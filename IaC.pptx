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20"/>
  </p:notesMasterIdLst>
  <p:sldIdLst>
    <p:sldId id="256" r:id="rId6"/>
    <p:sldId id="330" r:id="rId7"/>
    <p:sldId id="331" r:id="rId8"/>
    <p:sldId id="344" r:id="rId9"/>
    <p:sldId id="345" r:id="rId10"/>
    <p:sldId id="335" r:id="rId11"/>
    <p:sldId id="346" r:id="rId12"/>
    <p:sldId id="337" r:id="rId13"/>
    <p:sldId id="339" r:id="rId14"/>
    <p:sldId id="349" r:id="rId15"/>
    <p:sldId id="341" r:id="rId16"/>
    <p:sldId id="347" r:id="rId17"/>
    <p:sldId id="348" r:id="rId18"/>
    <p:sldId id="266" r:id="rId19"/>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65" userDrawn="1">
          <p15:clr>
            <a:srgbClr val="A4A3A4"/>
          </p15:clr>
        </p15:guide>
        <p15:guide id="2" pos="57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Olga Grynko" initials="OG" lastIdx="10" clrIdx="0"/>
  <p:cmAuthor id="1" name="Kirill Zotkin" initials="KZ" lastIdx="1" clrIdx="1">
    <p:extLst>
      <p:ext uri="{19B8F6BF-5375-455C-9EA6-DF929625EA0E}">
        <p15:presenceInfo xmlns:p15="http://schemas.microsoft.com/office/powerpoint/2012/main" userId="S-1-5-21-1227322100-1798780813-526660263-224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7DEB"/>
    <a:srgbClr val="0432FF"/>
    <a:srgbClr val="1E38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992" autoAdjust="0"/>
    <p:restoredTop sz="85794" autoAdjust="0"/>
  </p:normalViewPr>
  <p:slideViewPr>
    <p:cSldViewPr snapToGrid="0" showGuides="1">
      <p:cViewPr varScale="1">
        <p:scale>
          <a:sx n="107" d="100"/>
          <a:sy n="107" d="100"/>
        </p:scale>
        <p:origin x="208" y="208"/>
      </p:cViewPr>
      <p:guideLst>
        <p:guide orient="horz" pos="3265"/>
        <p:guide pos="5760"/>
      </p:guideLst>
    </p:cSldViewPr>
  </p:slideViewPr>
  <p:notesTextViewPr>
    <p:cViewPr>
      <p:scale>
        <a:sx n="150" d="100"/>
        <a:sy n="15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6.svg"/></Relationships>
</file>

<file path=ppt/diagrams/_rels/data2.xml.rels><?xml version="1.0" encoding="UTF-8" standalone="yes"?>
<Relationships xmlns="http://schemas.openxmlformats.org/package/2006/relationships"><Relationship Id="rId1" Type="http://schemas.openxmlformats.org/officeDocument/2006/relationships/image" Target="../media/image6.svg"/></Relationships>
</file>

<file path=ppt/diagrams/_rels/data3.xml.rels><?xml version="1.0" encoding="UTF-8" standalone="yes"?>
<Relationships xmlns="http://schemas.openxmlformats.org/package/2006/relationships"><Relationship Id="rId1" Type="http://schemas.openxmlformats.org/officeDocument/2006/relationships/image" Target="../media/image6.svg"/></Relationships>
</file>

<file path=ppt/diagrams/_rels/data4.xml.rels><?xml version="1.0" encoding="UTF-8" standalone="yes"?>
<Relationships xmlns="http://schemas.openxmlformats.org/package/2006/relationships"><Relationship Id="rId1" Type="http://schemas.openxmlformats.org/officeDocument/2006/relationships/image" Target="../media/image6.svg"/></Relationships>
</file>

<file path=ppt/diagrams/_rels/data6.xml.rels><?xml version="1.0" encoding="UTF-8" standalone="yes"?>
<Relationships xmlns="http://schemas.openxmlformats.org/package/2006/relationships"><Relationship Id="rId1" Type="http://schemas.openxmlformats.org/officeDocument/2006/relationships/image" Target="../media/image6.svg"/></Relationships>
</file>

<file path=ppt/diagrams/_rels/data7.xml.rels><?xml version="1.0" encoding="UTF-8" standalone="yes"?>
<Relationships xmlns="http://schemas.openxmlformats.org/package/2006/relationships"><Relationship Id="rId1" Type="http://schemas.openxmlformats.org/officeDocument/2006/relationships/image" Target="../media/image6.svg"/></Relationships>
</file>

<file path=ppt/diagrams/_rels/data8.xml.rels><?xml version="1.0" encoding="UTF-8" standalone="yes"?>
<Relationships xmlns="http://schemas.openxmlformats.org/package/2006/relationships"><Relationship Id="rId1" Type="http://schemas.openxmlformats.org/officeDocument/2006/relationships/image" Target="../media/image6.svg"/></Relationships>
</file>

<file path=ppt/diagrams/_rels/drawing1.xml.rels><?xml version="1.0" encoding="UTF-8" standalone="yes"?>
<Relationships xmlns="http://schemas.openxmlformats.org/package/2006/relationships"><Relationship Id="rId1" Type="http://schemas.openxmlformats.org/officeDocument/2006/relationships/image" Target="../media/image6.svg"/></Relationships>
</file>

<file path=ppt/diagrams/_rels/drawing2.xml.rels><?xml version="1.0" encoding="UTF-8" standalone="yes"?>
<Relationships xmlns="http://schemas.openxmlformats.org/package/2006/relationships"><Relationship Id="rId1" Type="http://schemas.openxmlformats.org/officeDocument/2006/relationships/image" Target="../media/image6.svg"/></Relationships>
</file>

<file path=ppt/diagrams/_rels/drawing3.xml.rels><?xml version="1.0" encoding="UTF-8" standalone="yes"?>
<Relationships xmlns="http://schemas.openxmlformats.org/package/2006/relationships"><Relationship Id="rId1" Type="http://schemas.openxmlformats.org/officeDocument/2006/relationships/image" Target="../media/image6.svg"/></Relationships>
</file>

<file path=ppt/diagrams/_rels/drawing4.xml.rels><?xml version="1.0" encoding="UTF-8" standalone="yes"?>
<Relationships xmlns="http://schemas.openxmlformats.org/package/2006/relationships"><Relationship Id="rId1" Type="http://schemas.openxmlformats.org/officeDocument/2006/relationships/image" Target="../media/image6.svg"/></Relationships>
</file>

<file path=ppt/diagrams/_rels/drawing6.xml.rels><?xml version="1.0" encoding="UTF-8" standalone="yes"?>
<Relationships xmlns="http://schemas.openxmlformats.org/package/2006/relationships"><Relationship Id="rId1" Type="http://schemas.openxmlformats.org/officeDocument/2006/relationships/image" Target="../media/image6.svg"/></Relationships>
</file>

<file path=ppt/diagrams/_rels/drawing7.xml.rels><?xml version="1.0" encoding="UTF-8" standalone="yes"?>
<Relationships xmlns="http://schemas.openxmlformats.org/package/2006/relationships"><Relationship Id="rId1" Type="http://schemas.openxmlformats.org/officeDocument/2006/relationships/image" Target="../media/image6.svg"/></Relationships>
</file>

<file path=ppt/diagrams/_rels/drawing8.xml.rels><?xml version="1.0" encoding="UTF-8" standalone="yes"?>
<Relationships xmlns="http://schemas.openxmlformats.org/package/2006/relationships"><Relationship Id="rId1"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9955EC-C35E-4372-9661-636727AE739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380BCBD-8F3E-452C-ACFF-454E9530D332}">
      <dgm:prSet/>
      <dgm:spPr/>
      <dgm:t>
        <a:bodyPr/>
        <a:lstStyle/>
        <a:p>
          <a:r>
            <a:rPr lang="en-US" b="1" dirty="0"/>
            <a:t>Automation:</a:t>
          </a:r>
          <a:r>
            <a:rPr lang="en-US" dirty="0"/>
            <a:t> Replaces manual setup with automated scripts, allowing for fast, repeatable, and consistent environment provisioning.</a:t>
          </a:r>
        </a:p>
      </dgm:t>
    </dgm:pt>
    <dgm:pt modelId="{49B36998-8C00-4749-9F34-E9840A466FBC}" type="parTrans" cxnId="{05AF9F36-05CB-43F7-93AF-A22AEDCDFB3D}">
      <dgm:prSet/>
      <dgm:spPr/>
      <dgm:t>
        <a:bodyPr/>
        <a:lstStyle/>
        <a:p>
          <a:endParaRPr lang="en-US"/>
        </a:p>
      </dgm:t>
    </dgm:pt>
    <dgm:pt modelId="{091F96A6-7C47-4C66-9B02-53E09AA62785}" type="sibTrans" cxnId="{05AF9F36-05CB-43F7-93AF-A22AEDCDFB3D}">
      <dgm:prSet/>
      <dgm:spPr/>
      <dgm:t>
        <a:bodyPr/>
        <a:lstStyle/>
        <a:p>
          <a:endParaRPr lang="en-US"/>
        </a:p>
      </dgm:t>
    </dgm:pt>
    <dgm:pt modelId="{88B10318-6E1B-471D-9411-E1D07C16B37B}">
      <dgm:prSet/>
      <dgm:spPr/>
      <dgm:t>
        <a:bodyPr/>
        <a:lstStyle/>
        <a:p>
          <a:r>
            <a:rPr lang="en-US" b="1"/>
            <a:t>Version Control:</a:t>
          </a:r>
          <a:r>
            <a:rPr lang="en-US"/>
            <a:t> IaC files are stored in code repositories (like Git), enabling tracking, collaboration, and auditing of infrastructure changes.</a:t>
          </a:r>
        </a:p>
      </dgm:t>
    </dgm:pt>
    <dgm:pt modelId="{35B785DA-0966-43D4-8F58-2E479378CFD2}" type="parTrans" cxnId="{34B7DEA8-B80E-4934-B834-9A2FA40C8401}">
      <dgm:prSet/>
      <dgm:spPr/>
      <dgm:t>
        <a:bodyPr/>
        <a:lstStyle/>
        <a:p>
          <a:endParaRPr lang="en-US"/>
        </a:p>
      </dgm:t>
    </dgm:pt>
    <dgm:pt modelId="{ABDC302C-7E00-42D8-BBD9-F5EC939AD348}" type="sibTrans" cxnId="{34B7DEA8-B80E-4934-B834-9A2FA40C8401}">
      <dgm:prSet/>
      <dgm:spPr/>
      <dgm:t>
        <a:bodyPr/>
        <a:lstStyle/>
        <a:p>
          <a:endParaRPr lang="en-US"/>
        </a:p>
      </dgm:t>
    </dgm:pt>
    <dgm:pt modelId="{320A2CE0-B11C-417B-ACD8-1EFD10CDD16A}">
      <dgm:prSet/>
      <dgm:spPr/>
      <dgm:t>
        <a:bodyPr/>
        <a:lstStyle/>
        <a:p>
          <a:r>
            <a:rPr lang="en-US" b="1"/>
            <a:t>Idempotency:</a:t>
          </a:r>
          <a:r>
            <a:rPr lang="en-US"/>
            <a:t> A core principle ensuring that running the same IaC code multiple times produces the same result without unintended changes.</a:t>
          </a:r>
        </a:p>
      </dgm:t>
    </dgm:pt>
    <dgm:pt modelId="{8AEF8D8D-07A8-4D70-A232-BDE6BA3B9893}" type="parTrans" cxnId="{2E078AC7-494D-4E03-9808-8B5DA5BEC22F}">
      <dgm:prSet/>
      <dgm:spPr/>
      <dgm:t>
        <a:bodyPr/>
        <a:lstStyle/>
        <a:p>
          <a:endParaRPr lang="en-US"/>
        </a:p>
      </dgm:t>
    </dgm:pt>
    <dgm:pt modelId="{EF7266F3-9186-42EE-9DB3-26F163AFB0AF}" type="sibTrans" cxnId="{2E078AC7-494D-4E03-9808-8B5DA5BEC22F}">
      <dgm:prSet/>
      <dgm:spPr/>
      <dgm:t>
        <a:bodyPr/>
        <a:lstStyle/>
        <a:p>
          <a:endParaRPr lang="en-US"/>
        </a:p>
      </dgm:t>
    </dgm:pt>
    <dgm:pt modelId="{EAEEAA65-5429-4AA7-B274-7322EE851A99}" type="pres">
      <dgm:prSet presAssocID="{3E9955EC-C35E-4372-9661-636727AE7391}" presName="root" presStyleCnt="0">
        <dgm:presLayoutVars>
          <dgm:dir/>
          <dgm:resizeHandles val="exact"/>
        </dgm:presLayoutVars>
      </dgm:prSet>
      <dgm:spPr/>
    </dgm:pt>
    <dgm:pt modelId="{8844649B-5317-4B5B-98EB-BF600BD71FAE}" type="pres">
      <dgm:prSet presAssocID="{F380BCBD-8F3E-452C-ACFF-454E9530D332}" presName="compNode" presStyleCnt="0"/>
      <dgm:spPr/>
    </dgm:pt>
    <dgm:pt modelId="{897ACD4F-171A-4A24-9459-FF4C83260A8C}" type="pres">
      <dgm:prSet presAssocID="{F380BCBD-8F3E-452C-ACFF-454E9530D332}" presName="bgRect" presStyleLbl="bgShp" presStyleIdx="0" presStyleCnt="3"/>
      <dgm:spPr/>
    </dgm:pt>
    <dgm:pt modelId="{3290D437-1C05-446D-BC5D-34E55DC1A70D}" type="pres">
      <dgm:prSet presAssocID="{F380BCBD-8F3E-452C-ACFF-454E9530D332}"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3388AE2-3B11-4F53-BCD4-F5B23D2DFFA6}" type="pres">
      <dgm:prSet presAssocID="{F380BCBD-8F3E-452C-ACFF-454E9530D332}" presName="spaceRect" presStyleCnt="0"/>
      <dgm:spPr/>
    </dgm:pt>
    <dgm:pt modelId="{2C3CB3F0-FED6-462C-8221-05BE9981ACF2}" type="pres">
      <dgm:prSet presAssocID="{F380BCBD-8F3E-452C-ACFF-454E9530D332}" presName="parTx" presStyleLbl="revTx" presStyleIdx="0" presStyleCnt="3">
        <dgm:presLayoutVars>
          <dgm:chMax val="0"/>
          <dgm:chPref val="0"/>
        </dgm:presLayoutVars>
      </dgm:prSet>
      <dgm:spPr/>
    </dgm:pt>
    <dgm:pt modelId="{EFD15AB9-FA4D-458D-9015-993BBEC2AD5D}" type="pres">
      <dgm:prSet presAssocID="{091F96A6-7C47-4C66-9B02-53E09AA62785}" presName="sibTrans" presStyleCnt="0"/>
      <dgm:spPr/>
    </dgm:pt>
    <dgm:pt modelId="{3AC4A849-58D1-4917-A728-12B5F0FC592C}" type="pres">
      <dgm:prSet presAssocID="{88B10318-6E1B-471D-9411-E1D07C16B37B}" presName="compNode" presStyleCnt="0"/>
      <dgm:spPr/>
    </dgm:pt>
    <dgm:pt modelId="{9524D6DF-CF9B-449C-B630-4DD4C4A3FFA1}" type="pres">
      <dgm:prSet presAssocID="{88B10318-6E1B-471D-9411-E1D07C16B37B}" presName="bgRect" presStyleLbl="bgShp" presStyleIdx="1" presStyleCnt="3"/>
      <dgm:spPr/>
    </dgm:pt>
    <dgm:pt modelId="{63AB3CFC-6D03-4F22-8B79-405E608E2558}" type="pres">
      <dgm:prSet presAssocID="{88B10318-6E1B-471D-9411-E1D07C16B37B}"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E919CFAF-6303-4EF5-877E-F31E0C1B7924}" type="pres">
      <dgm:prSet presAssocID="{88B10318-6E1B-471D-9411-E1D07C16B37B}" presName="spaceRect" presStyleCnt="0"/>
      <dgm:spPr/>
    </dgm:pt>
    <dgm:pt modelId="{F11BC0F9-342D-4F2C-9425-94679449B557}" type="pres">
      <dgm:prSet presAssocID="{88B10318-6E1B-471D-9411-E1D07C16B37B}" presName="parTx" presStyleLbl="revTx" presStyleIdx="1" presStyleCnt="3">
        <dgm:presLayoutVars>
          <dgm:chMax val="0"/>
          <dgm:chPref val="0"/>
        </dgm:presLayoutVars>
      </dgm:prSet>
      <dgm:spPr/>
    </dgm:pt>
    <dgm:pt modelId="{1F250620-009B-44F0-A08F-892F1682F86F}" type="pres">
      <dgm:prSet presAssocID="{ABDC302C-7E00-42D8-BBD9-F5EC939AD348}" presName="sibTrans" presStyleCnt="0"/>
      <dgm:spPr/>
    </dgm:pt>
    <dgm:pt modelId="{0A18A785-DDBD-4ADB-8628-FC09F1A2A13B}" type="pres">
      <dgm:prSet presAssocID="{320A2CE0-B11C-417B-ACD8-1EFD10CDD16A}" presName="compNode" presStyleCnt="0"/>
      <dgm:spPr/>
    </dgm:pt>
    <dgm:pt modelId="{29D6D145-80A3-4493-B317-928F93F01087}" type="pres">
      <dgm:prSet presAssocID="{320A2CE0-B11C-417B-ACD8-1EFD10CDD16A}" presName="bgRect" presStyleLbl="bgShp" presStyleIdx="2" presStyleCnt="3"/>
      <dgm:spPr/>
    </dgm:pt>
    <dgm:pt modelId="{6F125876-25FA-4DEC-B6F4-866572BCF16F}" type="pres">
      <dgm:prSet presAssocID="{320A2CE0-B11C-417B-ACD8-1EFD10CDD16A}"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9328B75F-345E-4405-9E91-A40A7FB61B8E}" type="pres">
      <dgm:prSet presAssocID="{320A2CE0-B11C-417B-ACD8-1EFD10CDD16A}" presName="spaceRect" presStyleCnt="0"/>
      <dgm:spPr/>
    </dgm:pt>
    <dgm:pt modelId="{EA2A39DF-1C10-47ED-A94F-1553E069AFAA}" type="pres">
      <dgm:prSet presAssocID="{320A2CE0-B11C-417B-ACD8-1EFD10CDD16A}" presName="parTx" presStyleLbl="revTx" presStyleIdx="2" presStyleCnt="3">
        <dgm:presLayoutVars>
          <dgm:chMax val="0"/>
          <dgm:chPref val="0"/>
        </dgm:presLayoutVars>
      </dgm:prSet>
      <dgm:spPr/>
    </dgm:pt>
  </dgm:ptLst>
  <dgm:cxnLst>
    <dgm:cxn modelId="{05AF9F36-05CB-43F7-93AF-A22AEDCDFB3D}" srcId="{3E9955EC-C35E-4372-9661-636727AE7391}" destId="{F380BCBD-8F3E-452C-ACFF-454E9530D332}" srcOrd="0" destOrd="0" parTransId="{49B36998-8C00-4749-9F34-E9840A466FBC}" sibTransId="{091F96A6-7C47-4C66-9B02-53E09AA62785}"/>
    <dgm:cxn modelId="{44BD6FA3-CC10-4AE7-806A-272C4AD843E8}" type="presOf" srcId="{F380BCBD-8F3E-452C-ACFF-454E9530D332}" destId="{2C3CB3F0-FED6-462C-8221-05BE9981ACF2}" srcOrd="0" destOrd="0" presId="urn:microsoft.com/office/officeart/2018/2/layout/IconVerticalSolidList"/>
    <dgm:cxn modelId="{34B7DEA8-B80E-4934-B834-9A2FA40C8401}" srcId="{3E9955EC-C35E-4372-9661-636727AE7391}" destId="{88B10318-6E1B-471D-9411-E1D07C16B37B}" srcOrd="1" destOrd="0" parTransId="{35B785DA-0966-43D4-8F58-2E479378CFD2}" sibTransId="{ABDC302C-7E00-42D8-BBD9-F5EC939AD348}"/>
    <dgm:cxn modelId="{619D4CAC-BA81-4AD0-BD00-38F11AFAB415}" type="presOf" srcId="{3E9955EC-C35E-4372-9661-636727AE7391}" destId="{EAEEAA65-5429-4AA7-B274-7322EE851A99}" srcOrd="0" destOrd="0" presId="urn:microsoft.com/office/officeart/2018/2/layout/IconVerticalSolidList"/>
    <dgm:cxn modelId="{2E078AC7-494D-4E03-9808-8B5DA5BEC22F}" srcId="{3E9955EC-C35E-4372-9661-636727AE7391}" destId="{320A2CE0-B11C-417B-ACD8-1EFD10CDD16A}" srcOrd="2" destOrd="0" parTransId="{8AEF8D8D-07A8-4D70-A232-BDE6BA3B9893}" sibTransId="{EF7266F3-9186-42EE-9DB3-26F163AFB0AF}"/>
    <dgm:cxn modelId="{F71037CF-2AD4-423F-A99E-90C7FCAD9013}" type="presOf" srcId="{320A2CE0-B11C-417B-ACD8-1EFD10CDD16A}" destId="{EA2A39DF-1C10-47ED-A94F-1553E069AFAA}" srcOrd="0" destOrd="0" presId="urn:microsoft.com/office/officeart/2018/2/layout/IconVerticalSolidList"/>
    <dgm:cxn modelId="{A9A213F5-ED51-4860-8E4E-5C96A7BA0487}" type="presOf" srcId="{88B10318-6E1B-471D-9411-E1D07C16B37B}" destId="{F11BC0F9-342D-4F2C-9425-94679449B557}" srcOrd="0" destOrd="0" presId="urn:microsoft.com/office/officeart/2018/2/layout/IconVerticalSolidList"/>
    <dgm:cxn modelId="{DD6B11D6-540B-497E-8D9F-075D446E051E}" type="presParOf" srcId="{EAEEAA65-5429-4AA7-B274-7322EE851A99}" destId="{8844649B-5317-4B5B-98EB-BF600BD71FAE}" srcOrd="0" destOrd="0" presId="urn:microsoft.com/office/officeart/2018/2/layout/IconVerticalSolidList"/>
    <dgm:cxn modelId="{96F96EBF-D588-4B9F-8647-BFC00843E420}" type="presParOf" srcId="{8844649B-5317-4B5B-98EB-BF600BD71FAE}" destId="{897ACD4F-171A-4A24-9459-FF4C83260A8C}" srcOrd="0" destOrd="0" presId="urn:microsoft.com/office/officeart/2018/2/layout/IconVerticalSolidList"/>
    <dgm:cxn modelId="{9B562182-0893-4192-B5A3-7C29369CA8B9}" type="presParOf" srcId="{8844649B-5317-4B5B-98EB-BF600BD71FAE}" destId="{3290D437-1C05-446D-BC5D-34E55DC1A70D}" srcOrd="1" destOrd="0" presId="urn:microsoft.com/office/officeart/2018/2/layout/IconVerticalSolidList"/>
    <dgm:cxn modelId="{DBA29A38-4156-4689-9AD5-BBFA62623462}" type="presParOf" srcId="{8844649B-5317-4B5B-98EB-BF600BD71FAE}" destId="{53388AE2-3B11-4F53-BCD4-F5B23D2DFFA6}" srcOrd="2" destOrd="0" presId="urn:microsoft.com/office/officeart/2018/2/layout/IconVerticalSolidList"/>
    <dgm:cxn modelId="{D0AEF21F-0177-4685-A0ED-EAF5D749B347}" type="presParOf" srcId="{8844649B-5317-4B5B-98EB-BF600BD71FAE}" destId="{2C3CB3F0-FED6-462C-8221-05BE9981ACF2}" srcOrd="3" destOrd="0" presId="urn:microsoft.com/office/officeart/2018/2/layout/IconVerticalSolidList"/>
    <dgm:cxn modelId="{003772EF-E1AC-438C-BB38-3C33AAF080E7}" type="presParOf" srcId="{EAEEAA65-5429-4AA7-B274-7322EE851A99}" destId="{EFD15AB9-FA4D-458D-9015-993BBEC2AD5D}" srcOrd="1" destOrd="0" presId="urn:microsoft.com/office/officeart/2018/2/layout/IconVerticalSolidList"/>
    <dgm:cxn modelId="{841117A6-B65C-44AD-9A64-190634F9AF49}" type="presParOf" srcId="{EAEEAA65-5429-4AA7-B274-7322EE851A99}" destId="{3AC4A849-58D1-4917-A728-12B5F0FC592C}" srcOrd="2" destOrd="0" presId="urn:microsoft.com/office/officeart/2018/2/layout/IconVerticalSolidList"/>
    <dgm:cxn modelId="{D6F8F5C7-F8D5-4257-8AD6-48A556B4B90C}" type="presParOf" srcId="{3AC4A849-58D1-4917-A728-12B5F0FC592C}" destId="{9524D6DF-CF9B-449C-B630-4DD4C4A3FFA1}" srcOrd="0" destOrd="0" presId="urn:microsoft.com/office/officeart/2018/2/layout/IconVerticalSolidList"/>
    <dgm:cxn modelId="{0AD5CAC8-AE51-41D4-B97A-A5939A5296CD}" type="presParOf" srcId="{3AC4A849-58D1-4917-A728-12B5F0FC592C}" destId="{63AB3CFC-6D03-4F22-8B79-405E608E2558}" srcOrd="1" destOrd="0" presId="urn:microsoft.com/office/officeart/2018/2/layout/IconVerticalSolidList"/>
    <dgm:cxn modelId="{2613E966-73DD-4C61-A1C0-865927FBCD2F}" type="presParOf" srcId="{3AC4A849-58D1-4917-A728-12B5F0FC592C}" destId="{E919CFAF-6303-4EF5-877E-F31E0C1B7924}" srcOrd="2" destOrd="0" presId="urn:microsoft.com/office/officeart/2018/2/layout/IconVerticalSolidList"/>
    <dgm:cxn modelId="{1B6F316E-79AB-4541-8F26-050753413B70}" type="presParOf" srcId="{3AC4A849-58D1-4917-A728-12B5F0FC592C}" destId="{F11BC0F9-342D-4F2C-9425-94679449B557}" srcOrd="3" destOrd="0" presId="urn:microsoft.com/office/officeart/2018/2/layout/IconVerticalSolidList"/>
    <dgm:cxn modelId="{ACA918E5-2109-4DDA-8AA8-569AD6634BEF}" type="presParOf" srcId="{EAEEAA65-5429-4AA7-B274-7322EE851A99}" destId="{1F250620-009B-44F0-A08F-892F1682F86F}" srcOrd="3" destOrd="0" presId="urn:microsoft.com/office/officeart/2018/2/layout/IconVerticalSolidList"/>
    <dgm:cxn modelId="{015CDCAE-19E7-464E-B936-D819326B8693}" type="presParOf" srcId="{EAEEAA65-5429-4AA7-B274-7322EE851A99}" destId="{0A18A785-DDBD-4ADB-8628-FC09F1A2A13B}" srcOrd="4" destOrd="0" presId="urn:microsoft.com/office/officeart/2018/2/layout/IconVerticalSolidList"/>
    <dgm:cxn modelId="{9E587E5D-3DA3-4156-9EAC-2165B7B82670}" type="presParOf" srcId="{0A18A785-DDBD-4ADB-8628-FC09F1A2A13B}" destId="{29D6D145-80A3-4493-B317-928F93F01087}" srcOrd="0" destOrd="0" presId="urn:microsoft.com/office/officeart/2018/2/layout/IconVerticalSolidList"/>
    <dgm:cxn modelId="{F63A3B5C-EB21-4745-B72F-0DE47E4AF7E7}" type="presParOf" srcId="{0A18A785-DDBD-4ADB-8628-FC09F1A2A13B}" destId="{6F125876-25FA-4DEC-B6F4-866572BCF16F}" srcOrd="1" destOrd="0" presId="urn:microsoft.com/office/officeart/2018/2/layout/IconVerticalSolidList"/>
    <dgm:cxn modelId="{0C17A52F-FDFC-4CD1-BD05-CB1834167B62}" type="presParOf" srcId="{0A18A785-DDBD-4ADB-8628-FC09F1A2A13B}" destId="{9328B75F-345E-4405-9E91-A40A7FB61B8E}" srcOrd="2" destOrd="0" presId="urn:microsoft.com/office/officeart/2018/2/layout/IconVerticalSolidList"/>
    <dgm:cxn modelId="{23904B76-F9BC-47F3-B91F-9E92AE0792C9}" type="presParOf" srcId="{0A18A785-DDBD-4ADB-8628-FC09F1A2A13B}" destId="{EA2A39DF-1C10-47ED-A94F-1553E069AFA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9955EC-C35E-4372-9661-636727AE739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380BCBD-8F3E-452C-ACFF-454E9530D332}">
      <dgm:prSet/>
      <dgm:spPr/>
      <dgm:t>
        <a:bodyPr/>
        <a:lstStyle/>
        <a:p>
          <a:r>
            <a:rPr lang="en-US" b="1" dirty="0"/>
            <a:t>Speed &amp; Efficiency:</a:t>
          </a:r>
          <a:r>
            <a:rPr lang="en-US" dirty="0"/>
            <a:t> Environments can be deployed in minutes, speeding up development and testing pipelines.</a:t>
          </a:r>
        </a:p>
      </dgm:t>
    </dgm:pt>
    <dgm:pt modelId="{49B36998-8C00-4749-9F34-E9840A466FBC}" type="parTrans" cxnId="{05AF9F36-05CB-43F7-93AF-A22AEDCDFB3D}">
      <dgm:prSet/>
      <dgm:spPr/>
      <dgm:t>
        <a:bodyPr/>
        <a:lstStyle/>
        <a:p>
          <a:endParaRPr lang="en-US"/>
        </a:p>
      </dgm:t>
    </dgm:pt>
    <dgm:pt modelId="{091F96A6-7C47-4C66-9B02-53E09AA62785}" type="sibTrans" cxnId="{05AF9F36-05CB-43F7-93AF-A22AEDCDFB3D}">
      <dgm:prSet/>
      <dgm:spPr/>
      <dgm:t>
        <a:bodyPr/>
        <a:lstStyle/>
        <a:p>
          <a:endParaRPr lang="en-US"/>
        </a:p>
      </dgm:t>
    </dgm:pt>
    <dgm:pt modelId="{88B10318-6E1B-471D-9411-E1D07C16B37B}">
      <dgm:prSet/>
      <dgm:spPr/>
      <dgm:t>
        <a:bodyPr/>
        <a:lstStyle/>
        <a:p>
          <a:r>
            <a:rPr lang="en-US" b="1" dirty="0"/>
            <a:t>Consistency &amp; Stability:</a:t>
          </a:r>
          <a:r>
            <a:rPr lang="en-US" dirty="0"/>
            <a:t> Eliminates configuration drift differences between environments which reduces errors and bugs.</a:t>
          </a:r>
        </a:p>
      </dgm:t>
    </dgm:pt>
    <dgm:pt modelId="{35B785DA-0966-43D4-8F58-2E479378CFD2}" type="parTrans" cxnId="{34B7DEA8-B80E-4934-B834-9A2FA40C8401}">
      <dgm:prSet/>
      <dgm:spPr/>
      <dgm:t>
        <a:bodyPr/>
        <a:lstStyle/>
        <a:p>
          <a:endParaRPr lang="en-US"/>
        </a:p>
      </dgm:t>
    </dgm:pt>
    <dgm:pt modelId="{ABDC302C-7E00-42D8-BBD9-F5EC939AD348}" type="sibTrans" cxnId="{34B7DEA8-B80E-4934-B834-9A2FA40C8401}">
      <dgm:prSet/>
      <dgm:spPr/>
      <dgm:t>
        <a:bodyPr/>
        <a:lstStyle/>
        <a:p>
          <a:endParaRPr lang="en-US"/>
        </a:p>
      </dgm:t>
    </dgm:pt>
    <dgm:pt modelId="{320A2CE0-B11C-417B-ACD8-1EFD10CDD16A}">
      <dgm:prSet/>
      <dgm:spPr/>
      <dgm:t>
        <a:bodyPr/>
        <a:lstStyle/>
        <a:p>
          <a:r>
            <a:rPr lang="en-US" b="1" dirty="0"/>
            <a:t>Cost Efficiency:</a:t>
          </a:r>
          <a:r>
            <a:rPr lang="en-US" dirty="0"/>
            <a:t> Allows easy scaling and tearing down of resources to optimize cloud spending. </a:t>
          </a:r>
        </a:p>
      </dgm:t>
    </dgm:pt>
    <dgm:pt modelId="{8AEF8D8D-07A8-4D70-A232-BDE6BA3B9893}" type="parTrans" cxnId="{2E078AC7-494D-4E03-9808-8B5DA5BEC22F}">
      <dgm:prSet/>
      <dgm:spPr/>
      <dgm:t>
        <a:bodyPr/>
        <a:lstStyle/>
        <a:p>
          <a:endParaRPr lang="en-US"/>
        </a:p>
      </dgm:t>
    </dgm:pt>
    <dgm:pt modelId="{EF7266F3-9186-42EE-9DB3-26F163AFB0AF}" type="sibTrans" cxnId="{2E078AC7-494D-4E03-9808-8B5DA5BEC22F}">
      <dgm:prSet/>
      <dgm:spPr/>
      <dgm:t>
        <a:bodyPr/>
        <a:lstStyle/>
        <a:p>
          <a:endParaRPr lang="en-US"/>
        </a:p>
      </dgm:t>
    </dgm:pt>
    <dgm:pt modelId="{EAEEAA65-5429-4AA7-B274-7322EE851A99}" type="pres">
      <dgm:prSet presAssocID="{3E9955EC-C35E-4372-9661-636727AE7391}" presName="root" presStyleCnt="0">
        <dgm:presLayoutVars>
          <dgm:dir/>
          <dgm:resizeHandles val="exact"/>
        </dgm:presLayoutVars>
      </dgm:prSet>
      <dgm:spPr/>
    </dgm:pt>
    <dgm:pt modelId="{8844649B-5317-4B5B-98EB-BF600BD71FAE}" type="pres">
      <dgm:prSet presAssocID="{F380BCBD-8F3E-452C-ACFF-454E9530D332}" presName="compNode" presStyleCnt="0"/>
      <dgm:spPr/>
    </dgm:pt>
    <dgm:pt modelId="{897ACD4F-171A-4A24-9459-FF4C83260A8C}" type="pres">
      <dgm:prSet presAssocID="{F380BCBD-8F3E-452C-ACFF-454E9530D332}" presName="bgRect" presStyleLbl="bgShp" presStyleIdx="0" presStyleCnt="3"/>
      <dgm:spPr/>
    </dgm:pt>
    <dgm:pt modelId="{3290D437-1C05-446D-BC5D-34E55DC1A70D}" type="pres">
      <dgm:prSet presAssocID="{F380BCBD-8F3E-452C-ACFF-454E9530D332}"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3388AE2-3B11-4F53-BCD4-F5B23D2DFFA6}" type="pres">
      <dgm:prSet presAssocID="{F380BCBD-8F3E-452C-ACFF-454E9530D332}" presName="spaceRect" presStyleCnt="0"/>
      <dgm:spPr/>
    </dgm:pt>
    <dgm:pt modelId="{2C3CB3F0-FED6-462C-8221-05BE9981ACF2}" type="pres">
      <dgm:prSet presAssocID="{F380BCBD-8F3E-452C-ACFF-454E9530D332}" presName="parTx" presStyleLbl="revTx" presStyleIdx="0" presStyleCnt="3">
        <dgm:presLayoutVars>
          <dgm:chMax val="0"/>
          <dgm:chPref val="0"/>
        </dgm:presLayoutVars>
      </dgm:prSet>
      <dgm:spPr/>
    </dgm:pt>
    <dgm:pt modelId="{EFD15AB9-FA4D-458D-9015-993BBEC2AD5D}" type="pres">
      <dgm:prSet presAssocID="{091F96A6-7C47-4C66-9B02-53E09AA62785}" presName="sibTrans" presStyleCnt="0"/>
      <dgm:spPr/>
    </dgm:pt>
    <dgm:pt modelId="{3AC4A849-58D1-4917-A728-12B5F0FC592C}" type="pres">
      <dgm:prSet presAssocID="{88B10318-6E1B-471D-9411-E1D07C16B37B}" presName="compNode" presStyleCnt="0"/>
      <dgm:spPr/>
    </dgm:pt>
    <dgm:pt modelId="{9524D6DF-CF9B-449C-B630-4DD4C4A3FFA1}" type="pres">
      <dgm:prSet presAssocID="{88B10318-6E1B-471D-9411-E1D07C16B37B}" presName="bgRect" presStyleLbl="bgShp" presStyleIdx="1" presStyleCnt="3"/>
      <dgm:spPr/>
    </dgm:pt>
    <dgm:pt modelId="{63AB3CFC-6D03-4F22-8B79-405E608E2558}" type="pres">
      <dgm:prSet presAssocID="{88B10318-6E1B-471D-9411-E1D07C16B37B}"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E919CFAF-6303-4EF5-877E-F31E0C1B7924}" type="pres">
      <dgm:prSet presAssocID="{88B10318-6E1B-471D-9411-E1D07C16B37B}" presName="spaceRect" presStyleCnt="0"/>
      <dgm:spPr/>
    </dgm:pt>
    <dgm:pt modelId="{F11BC0F9-342D-4F2C-9425-94679449B557}" type="pres">
      <dgm:prSet presAssocID="{88B10318-6E1B-471D-9411-E1D07C16B37B}" presName="parTx" presStyleLbl="revTx" presStyleIdx="1" presStyleCnt="3">
        <dgm:presLayoutVars>
          <dgm:chMax val="0"/>
          <dgm:chPref val="0"/>
        </dgm:presLayoutVars>
      </dgm:prSet>
      <dgm:spPr/>
    </dgm:pt>
    <dgm:pt modelId="{1F250620-009B-44F0-A08F-892F1682F86F}" type="pres">
      <dgm:prSet presAssocID="{ABDC302C-7E00-42D8-BBD9-F5EC939AD348}" presName="sibTrans" presStyleCnt="0"/>
      <dgm:spPr/>
    </dgm:pt>
    <dgm:pt modelId="{0A18A785-DDBD-4ADB-8628-FC09F1A2A13B}" type="pres">
      <dgm:prSet presAssocID="{320A2CE0-B11C-417B-ACD8-1EFD10CDD16A}" presName="compNode" presStyleCnt="0"/>
      <dgm:spPr/>
    </dgm:pt>
    <dgm:pt modelId="{29D6D145-80A3-4493-B317-928F93F01087}" type="pres">
      <dgm:prSet presAssocID="{320A2CE0-B11C-417B-ACD8-1EFD10CDD16A}" presName="bgRect" presStyleLbl="bgShp" presStyleIdx="2" presStyleCnt="3"/>
      <dgm:spPr/>
    </dgm:pt>
    <dgm:pt modelId="{6F125876-25FA-4DEC-B6F4-866572BCF16F}" type="pres">
      <dgm:prSet presAssocID="{320A2CE0-B11C-417B-ACD8-1EFD10CDD16A}"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9328B75F-345E-4405-9E91-A40A7FB61B8E}" type="pres">
      <dgm:prSet presAssocID="{320A2CE0-B11C-417B-ACD8-1EFD10CDD16A}" presName="spaceRect" presStyleCnt="0"/>
      <dgm:spPr/>
    </dgm:pt>
    <dgm:pt modelId="{EA2A39DF-1C10-47ED-A94F-1553E069AFAA}" type="pres">
      <dgm:prSet presAssocID="{320A2CE0-B11C-417B-ACD8-1EFD10CDD16A}" presName="parTx" presStyleLbl="revTx" presStyleIdx="2" presStyleCnt="3">
        <dgm:presLayoutVars>
          <dgm:chMax val="0"/>
          <dgm:chPref val="0"/>
        </dgm:presLayoutVars>
      </dgm:prSet>
      <dgm:spPr/>
    </dgm:pt>
  </dgm:ptLst>
  <dgm:cxnLst>
    <dgm:cxn modelId="{05AF9F36-05CB-43F7-93AF-A22AEDCDFB3D}" srcId="{3E9955EC-C35E-4372-9661-636727AE7391}" destId="{F380BCBD-8F3E-452C-ACFF-454E9530D332}" srcOrd="0" destOrd="0" parTransId="{49B36998-8C00-4749-9F34-E9840A466FBC}" sibTransId="{091F96A6-7C47-4C66-9B02-53E09AA62785}"/>
    <dgm:cxn modelId="{44BD6FA3-CC10-4AE7-806A-272C4AD843E8}" type="presOf" srcId="{F380BCBD-8F3E-452C-ACFF-454E9530D332}" destId="{2C3CB3F0-FED6-462C-8221-05BE9981ACF2}" srcOrd="0" destOrd="0" presId="urn:microsoft.com/office/officeart/2018/2/layout/IconVerticalSolidList"/>
    <dgm:cxn modelId="{34B7DEA8-B80E-4934-B834-9A2FA40C8401}" srcId="{3E9955EC-C35E-4372-9661-636727AE7391}" destId="{88B10318-6E1B-471D-9411-E1D07C16B37B}" srcOrd="1" destOrd="0" parTransId="{35B785DA-0966-43D4-8F58-2E479378CFD2}" sibTransId="{ABDC302C-7E00-42D8-BBD9-F5EC939AD348}"/>
    <dgm:cxn modelId="{619D4CAC-BA81-4AD0-BD00-38F11AFAB415}" type="presOf" srcId="{3E9955EC-C35E-4372-9661-636727AE7391}" destId="{EAEEAA65-5429-4AA7-B274-7322EE851A99}" srcOrd="0" destOrd="0" presId="urn:microsoft.com/office/officeart/2018/2/layout/IconVerticalSolidList"/>
    <dgm:cxn modelId="{2E078AC7-494D-4E03-9808-8B5DA5BEC22F}" srcId="{3E9955EC-C35E-4372-9661-636727AE7391}" destId="{320A2CE0-B11C-417B-ACD8-1EFD10CDD16A}" srcOrd="2" destOrd="0" parTransId="{8AEF8D8D-07A8-4D70-A232-BDE6BA3B9893}" sibTransId="{EF7266F3-9186-42EE-9DB3-26F163AFB0AF}"/>
    <dgm:cxn modelId="{F71037CF-2AD4-423F-A99E-90C7FCAD9013}" type="presOf" srcId="{320A2CE0-B11C-417B-ACD8-1EFD10CDD16A}" destId="{EA2A39DF-1C10-47ED-A94F-1553E069AFAA}" srcOrd="0" destOrd="0" presId="urn:microsoft.com/office/officeart/2018/2/layout/IconVerticalSolidList"/>
    <dgm:cxn modelId="{A9A213F5-ED51-4860-8E4E-5C96A7BA0487}" type="presOf" srcId="{88B10318-6E1B-471D-9411-E1D07C16B37B}" destId="{F11BC0F9-342D-4F2C-9425-94679449B557}" srcOrd="0" destOrd="0" presId="urn:microsoft.com/office/officeart/2018/2/layout/IconVerticalSolidList"/>
    <dgm:cxn modelId="{DD6B11D6-540B-497E-8D9F-075D446E051E}" type="presParOf" srcId="{EAEEAA65-5429-4AA7-B274-7322EE851A99}" destId="{8844649B-5317-4B5B-98EB-BF600BD71FAE}" srcOrd="0" destOrd="0" presId="urn:microsoft.com/office/officeart/2018/2/layout/IconVerticalSolidList"/>
    <dgm:cxn modelId="{96F96EBF-D588-4B9F-8647-BFC00843E420}" type="presParOf" srcId="{8844649B-5317-4B5B-98EB-BF600BD71FAE}" destId="{897ACD4F-171A-4A24-9459-FF4C83260A8C}" srcOrd="0" destOrd="0" presId="urn:microsoft.com/office/officeart/2018/2/layout/IconVerticalSolidList"/>
    <dgm:cxn modelId="{9B562182-0893-4192-B5A3-7C29369CA8B9}" type="presParOf" srcId="{8844649B-5317-4B5B-98EB-BF600BD71FAE}" destId="{3290D437-1C05-446D-BC5D-34E55DC1A70D}" srcOrd="1" destOrd="0" presId="urn:microsoft.com/office/officeart/2018/2/layout/IconVerticalSolidList"/>
    <dgm:cxn modelId="{DBA29A38-4156-4689-9AD5-BBFA62623462}" type="presParOf" srcId="{8844649B-5317-4B5B-98EB-BF600BD71FAE}" destId="{53388AE2-3B11-4F53-BCD4-F5B23D2DFFA6}" srcOrd="2" destOrd="0" presId="urn:microsoft.com/office/officeart/2018/2/layout/IconVerticalSolidList"/>
    <dgm:cxn modelId="{D0AEF21F-0177-4685-A0ED-EAF5D749B347}" type="presParOf" srcId="{8844649B-5317-4B5B-98EB-BF600BD71FAE}" destId="{2C3CB3F0-FED6-462C-8221-05BE9981ACF2}" srcOrd="3" destOrd="0" presId="urn:microsoft.com/office/officeart/2018/2/layout/IconVerticalSolidList"/>
    <dgm:cxn modelId="{003772EF-E1AC-438C-BB38-3C33AAF080E7}" type="presParOf" srcId="{EAEEAA65-5429-4AA7-B274-7322EE851A99}" destId="{EFD15AB9-FA4D-458D-9015-993BBEC2AD5D}" srcOrd="1" destOrd="0" presId="urn:microsoft.com/office/officeart/2018/2/layout/IconVerticalSolidList"/>
    <dgm:cxn modelId="{841117A6-B65C-44AD-9A64-190634F9AF49}" type="presParOf" srcId="{EAEEAA65-5429-4AA7-B274-7322EE851A99}" destId="{3AC4A849-58D1-4917-A728-12B5F0FC592C}" srcOrd="2" destOrd="0" presId="urn:microsoft.com/office/officeart/2018/2/layout/IconVerticalSolidList"/>
    <dgm:cxn modelId="{D6F8F5C7-F8D5-4257-8AD6-48A556B4B90C}" type="presParOf" srcId="{3AC4A849-58D1-4917-A728-12B5F0FC592C}" destId="{9524D6DF-CF9B-449C-B630-4DD4C4A3FFA1}" srcOrd="0" destOrd="0" presId="urn:microsoft.com/office/officeart/2018/2/layout/IconVerticalSolidList"/>
    <dgm:cxn modelId="{0AD5CAC8-AE51-41D4-B97A-A5939A5296CD}" type="presParOf" srcId="{3AC4A849-58D1-4917-A728-12B5F0FC592C}" destId="{63AB3CFC-6D03-4F22-8B79-405E608E2558}" srcOrd="1" destOrd="0" presId="urn:microsoft.com/office/officeart/2018/2/layout/IconVerticalSolidList"/>
    <dgm:cxn modelId="{2613E966-73DD-4C61-A1C0-865927FBCD2F}" type="presParOf" srcId="{3AC4A849-58D1-4917-A728-12B5F0FC592C}" destId="{E919CFAF-6303-4EF5-877E-F31E0C1B7924}" srcOrd="2" destOrd="0" presId="urn:microsoft.com/office/officeart/2018/2/layout/IconVerticalSolidList"/>
    <dgm:cxn modelId="{1B6F316E-79AB-4541-8F26-050753413B70}" type="presParOf" srcId="{3AC4A849-58D1-4917-A728-12B5F0FC592C}" destId="{F11BC0F9-342D-4F2C-9425-94679449B557}" srcOrd="3" destOrd="0" presId="urn:microsoft.com/office/officeart/2018/2/layout/IconVerticalSolidList"/>
    <dgm:cxn modelId="{ACA918E5-2109-4DDA-8AA8-569AD6634BEF}" type="presParOf" srcId="{EAEEAA65-5429-4AA7-B274-7322EE851A99}" destId="{1F250620-009B-44F0-A08F-892F1682F86F}" srcOrd="3" destOrd="0" presId="urn:microsoft.com/office/officeart/2018/2/layout/IconVerticalSolidList"/>
    <dgm:cxn modelId="{015CDCAE-19E7-464E-B936-D819326B8693}" type="presParOf" srcId="{EAEEAA65-5429-4AA7-B274-7322EE851A99}" destId="{0A18A785-DDBD-4ADB-8628-FC09F1A2A13B}" srcOrd="4" destOrd="0" presId="urn:microsoft.com/office/officeart/2018/2/layout/IconVerticalSolidList"/>
    <dgm:cxn modelId="{9E587E5D-3DA3-4156-9EAC-2165B7B82670}" type="presParOf" srcId="{0A18A785-DDBD-4ADB-8628-FC09F1A2A13B}" destId="{29D6D145-80A3-4493-B317-928F93F01087}" srcOrd="0" destOrd="0" presId="urn:microsoft.com/office/officeart/2018/2/layout/IconVerticalSolidList"/>
    <dgm:cxn modelId="{F63A3B5C-EB21-4745-B72F-0DE47E4AF7E7}" type="presParOf" srcId="{0A18A785-DDBD-4ADB-8628-FC09F1A2A13B}" destId="{6F125876-25FA-4DEC-B6F4-866572BCF16F}" srcOrd="1" destOrd="0" presId="urn:microsoft.com/office/officeart/2018/2/layout/IconVerticalSolidList"/>
    <dgm:cxn modelId="{0C17A52F-FDFC-4CD1-BD05-CB1834167B62}" type="presParOf" srcId="{0A18A785-DDBD-4ADB-8628-FC09F1A2A13B}" destId="{9328B75F-345E-4405-9E91-A40A7FB61B8E}" srcOrd="2" destOrd="0" presId="urn:microsoft.com/office/officeart/2018/2/layout/IconVerticalSolidList"/>
    <dgm:cxn modelId="{23904B76-F9BC-47F3-B91F-9E92AE0792C9}" type="presParOf" srcId="{0A18A785-DDBD-4ADB-8628-FC09F1A2A13B}" destId="{EA2A39DF-1C10-47ED-A94F-1553E069AFA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E9955EC-C35E-4372-9661-636727AE739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380BCBD-8F3E-452C-ACFF-454E9530D332}">
      <dgm:prSet/>
      <dgm:spPr/>
      <dgm:t>
        <a:bodyPr/>
        <a:lstStyle/>
        <a:p>
          <a:pPr>
            <a:lnSpc>
              <a:spcPct val="100000"/>
            </a:lnSpc>
          </a:pPr>
          <a:r>
            <a:rPr lang="en-US" b="1" dirty="0"/>
            <a:t>Terraform:</a:t>
          </a:r>
          <a:r>
            <a:rPr lang="en-US" dirty="0"/>
            <a:t> Popular declarative tool for infrastructure orchestration across cloud providers.</a:t>
          </a:r>
        </a:p>
      </dgm:t>
    </dgm:pt>
    <dgm:pt modelId="{49B36998-8C00-4749-9F34-E9840A466FBC}" type="parTrans" cxnId="{05AF9F36-05CB-43F7-93AF-A22AEDCDFB3D}">
      <dgm:prSet/>
      <dgm:spPr/>
      <dgm:t>
        <a:bodyPr/>
        <a:lstStyle/>
        <a:p>
          <a:endParaRPr lang="en-US"/>
        </a:p>
      </dgm:t>
    </dgm:pt>
    <dgm:pt modelId="{091F96A6-7C47-4C66-9B02-53E09AA62785}" type="sibTrans" cxnId="{05AF9F36-05CB-43F7-93AF-A22AEDCDFB3D}">
      <dgm:prSet/>
      <dgm:spPr/>
      <dgm:t>
        <a:bodyPr/>
        <a:lstStyle/>
        <a:p>
          <a:endParaRPr lang="en-US"/>
        </a:p>
      </dgm:t>
    </dgm:pt>
    <dgm:pt modelId="{88B10318-6E1B-471D-9411-E1D07C16B37B}">
      <dgm:prSet/>
      <dgm:spPr/>
      <dgm:t>
        <a:bodyPr/>
        <a:lstStyle/>
        <a:p>
          <a:pPr>
            <a:lnSpc>
              <a:spcPct val="100000"/>
            </a:lnSpc>
          </a:pPr>
          <a:r>
            <a:rPr lang="en-US" b="1" dirty="0"/>
            <a:t>Ansible:</a:t>
          </a:r>
          <a:r>
            <a:rPr lang="en-US" dirty="0"/>
            <a:t> Popular for configuration management.</a:t>
          </a:r>
        </a:p>
      </dgm:t>
    </dgm:pt>
    <dgm:pt modelId="{35B785DA-0966-43D4-8F58-2E479378CFD2}" type="parTrans" cxnId="{34B7DEA8-B80E-4934-B834-9A2FA40C8401}">
      <dgm:prSet/>
      <dgm:spPr/>
      <dgm:t>
        <a:bodyPr/>
        <a:lstStyle/>
        <a:p>
          <a:endParaRPr lang="en-US"/>
        </a:p>
      </dgm:t>
    </dgm:pt>
    <dgm:pt modelId="{ABDC302C-7E00-42D8-BBD9-F5EC939AD348}" type="sibTrans" cxnId="{34B7DEA8-B80E-4934-B834-9A2FA40C8401}">
      <dgm:prSet/>
      <dgm:spPr/>
      <dgm:t>
        <a:bodyPr/>
        <a:lstStyle/>
        <a:p>
          <a:endParaRPr lang="en-US"/>
        </a:p>
      </dgm:t>
    </dgm:pt>
    <dgm:pt modelId="{320A2CE0-B11C-417B-ACD8-1EFD10CDD16A}">
      <dgm:prSet/>
      <dgm:spPr/>
      <dgm:t>
        <a:bodyPr/>
        <a:lstStyle/>
        <a:p>
          <a:pPr>
            <a:lnSpc>
              <a:spcPct val="100000"/>
            </a:lnSpc>
          </a:pPr>
          <a:r>
            <a:rPr lang="en-US" b="1" dirty="0"/>
            <a:t>AWS CloudFormation/Azure Resource Manager (ARM):</a:t>
          </a:r>
          <a:r>
            <a:rPr lang="en-US" dirty="0"/>
            <a:t> Cloud-native, vendor-specific tools.</a:t>
          </a:r>
        </a:p>
      </dgm:t>
    </dgm:pt>
    <dgm:pt modelId="{8AEF8D8D-07A8-4D70-A232-BDE6BA3B9893}" type="parTrans" cxnId="{2E078AC7-494D-4E03-9808-8B5DA5BEC22F}">
      <dgm:prSet/>
      <dgm:spPr/>
      <dgm:t>
        <a:bodyPr/>
        <a:lstStyle/>
        <a:p>
          <a:endParaRPr lang="en-US"/>
        </a:p>
      </dgm:t>
    </dgm:pt>
    <dgm:pt modelId="{EF7266F3-9186-42EE-9DB3-26F163AFB0AF}" type="sibTrans" cxnId="{2E078AC7-494D-4E03-9808-8B5DA5BEC22F}">
      <dgm:prSet/>
      <dgm:spPr/>
      <dgm:t>
        <a:bodyPr/>
        <a:lstStyle/>
        <a:p>
          <a:endParaRPr lang="en-US"/>
        </a:p>
      </dgm:t>
    </dgm:pt>
    <dgm:pt modelId="{8995B7DA-706C-D34C-AC60-E1F53DFA4D1D}">
      <dgm:prSet/>
      <dgm:spPr/>
      <dgm:t>
        <a:bodyPr/>
        <a:lstStyle/>
        <a:p>
          <a:pPr>
            <a:lnSpc>
              <a:spcPct val="100000"/>
            </a:lnSpc>
          </a:pPr>
          <a:r>
            <a:rPr lang="en-US" b="1" dirty="0"/>
            <a:t>And many others …</a:t>
          </a:r>
        </a:p>
      </dgm:t>
    </dgm:pt>
    <dgm:pt modelId="{9056D60A-FAED-1942-AC37-67B75CEFF8A0}" type="parTrans" cxnId="{2150622C-B880-9143-96C5-457AF841C93F}">
      <dgm:prSet/>
      <dgm:spPr/>
      <dgm:t>
        <a:bodyPr/>
        <a:lstStyle/>
        <a:p>
          <a:endParaRPr lang="en-US"/>
        </a:p>
      </dgm:t>
    </dgm:pt>
    <dgm:pt modelId="{21FFE8F7-1476-B944-A969-FF2F7B3760F1}" type="sibTrans" cxnId="{2150622C-B880-9143-96C5-457AF841C93F}">
      <dgm:prSet/>
      <dgm:spPr/>
      <dgm:t>
        <a:bodyPr/>
        <a:lstStyle/>
        <a:p>
          <a:endParaRPr lang="en-US"/>
        </a:p>
      </dgm:t>
    </dgm:pt>
    <dgm:pt modelId="{EAEEAA65-5429-4AA7-B274-7322EE851A99}" type="pres">
      <dgm:prSet presAssocID="{3E9955EC-C35E-4372-9661-636727AE7391}" presName="root" presStyleCnt="0">
        <dgm:presLayoutVars>
          <dgm:dir/>
          <dgm:resizeHandles val="exact"/>
        </dgm:presLayoutVars>
      </dgm:prSet>
      <dgm:spPr/>
    </dgm:pt>
    <dgm:pt modelId="{8844649B-5317-4B5B-98EB-BF600BD71FAE}" type="pres">
      <dgm:prSet presAssocID="{F380BCBD-8F3E-452C-ACFF-454E9530D332}" presName="compNode" presStyleCnt="0"/>
      <dgm:spPr/>
    </dgm:pt>
    <dgm:pt modelId="{897ACD4F-171A-4A24-9459-FF4C83260A8C}" type="pres">
      <dgm:prSet presAssocID="{F380BCBD-8F3E-452C-ACFF-454E9530D332}" presName="bgRect" presStyleLbl="bgShp" presStyleIdx="0" presStyleCnt="4"/>
      <dgm:spPr/>
    </dgm:pt>
    <dgm:pt modelId="{3290D437-1C05-446D-BC5D-34E55DC1A70D}" type="pres">
      <dgm:prSet presAssocID="{F380BCBD-8F3E-452C-ACFF-454E9530D332}"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3388AE2-3B11-4F53-BCD4-F5B23D2DFFA6}" type="pres">
      <dgm:prSet presAssocID="{F380BCBD-8F3E-452C-ACFF-454E9530D332}" presName="spaceRect" presStyleCnt="0"/>
      <dgm:spPr/>
    </dgm:pt>
    <dgm:pt modelId="{2C3CB3F0-FED6-462C-8221-05BE9981ACF2}" type="pres">
      <dgm:prSet presAssocID="{F380BCBD-8F3E-452C-ACFF-454E9530D332}" presName="parTx" presStyleLbl="revTx" presStyleIdx="0" presStyleCnt="4">
        <dgm:presLayoutVars>
          <dgm:chMax val="0"/>
          <dgm:chPref val="0"/>
        </dgm:presLayoutVars>
      </dgm:prSet>
      <dgm:spPr/>
    </dgm:pt>
    <dgm:pt modelId="{EFD15AB9-FA4D-458D-9015-993BBEC2AD5D}" type="pres">
      <dgm:prSet presAssocID="{091F96A6-7C47-4C66-9B02-53E09AA62785}" presName="sibTrans" presStyleCnt="0"/>
      <dgm:spPr/>
    </dgm:pt>
    <dgm:pt modelId="{3AC4A849-58D1-4917-A728-12B5F0FC592C}" type="pres">
      <dgm:prSet presAssocID="{88B10318-6E1B-471D-9411-E1D07C16B37B}" presName="compNode" presStyleCnt="0"/>
      <dgm:spPr/>
    </dgm:pt>
    <dgm:pt modelId="{9524D6DF-CF9B-449C-B630-4DD4C4A3FFA1}" type="pres">
      <dgm:prSet presAssocID="{88B10318-6E1B-471D-9411-E1D07C16B37B}" presName="bgRect" presStyleLbl="bgShp" presStyleIdx="1" presStyleCnt="4"/>
      <dgm:spPr/>
    </dgm:pt>
    <dgm:pt modelId="{63AB3CFC-6D03-4F22-8B79-405E608E2558}" type="pres">
      <dgm:prSet presAssocID="{88B10318-6E1B-471D-9411-E1D07C16B37B}"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E919CFAF-6303-4EF5-877E-F31E0C1B7924}" type="pres">
      <dgm:prSet presAssocID="{88B10318-6E1B-471D-9411-E1D07C16B37B}" presName="spaceRect" presStyleCnt="0"/>
      <dgm:spPr/>
    </dgm:pt>
    <dgm:pt modelId="{F11BC0F9-342D-4F2C-9425-94679449B557}" type="pres">
      <dgm:prSet presAssocID="{88B10318-6E1B-471D-9411-E1D07C16B37B}" presName="parTx" presStyleLbl="revTx" presStyleIdx="1" presStyleCnt="4">
        <dgm:presLayoutVars>
          <dgm:chMax val="0"/>
          <dgm:chPref val="0"/>
        </dgm:presLayoutVars>
      </dgm:prSet>
      <dgm:spPr/>
    </dgm:pt>
    <dgm:pt modelId="{657B906C-5823-7A40-BEC4-5AA2F4B79AB3}" type="pres">
      <dgm:prSet presAssocID="{ABDC302C-7E00-42D8-BBD9-F5EC939AD348}" presName="sibTrans" presStyleCnt="0"/>
      <dgm:spPr/>
    </dgm:pt>
    <dgm:pt modelId="{0A18A785-DDBD-4ADB-8628-FC09F1A2A13B}" type="pres">
      <dgm:prSet presAssocID="{320A2CE0-B11C-417B-ACD8-1EFD10CDD16A}" presName="compNode" presStyleCnt="0"/>
      <dgm:spPr/>
    </dgm:pt>
    <dgm:pt modelId="{29D6D145-80A3-4493-B317-928F93F01087}" type="pres">
      <dgm:prSet presAssocID="{320A2CE0-B11C-417B-ACD8-1EFD10CDD16A}" presName="bgRect" presStyleLbl="bgShp" presStyleIdx="2" presStyleCnt="4"/>
      <dgm:spPr/>
    </dgm:pt>
    <dgm:pt modelId="{6F125876-25FA-4DEC-B6F4-866572BCF16F}" type="pres">
      <dgm:prSet presAssocID="{320A2CE0-B11C-417B-ACD8-1EFD10CDD16A}"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9328B75F-345E-4405-9E91-A40A7FB61B8E}" type="pres">
      <dgm:prSet presAssocID="{320A2CE0-B11C-417B-ACD8-1EFD10CDD16A}" presName="spaceRect" presStyleCnt="0"/>
      <dgm:spPr/>
    </dgm:pt>
    <dgm:pt modelId="{EA2A39DF-1C10-47ED-A94F-1553E069AFAA}" type="pres">
      <dgm:prSet presAssocID="{320A2CE0-B11C-417B-ACD8-1EFD10CDD16A}" presName="parTx" presStyleLbl="revTx" presStyleIdx="2" presStyleCnt="4">
        <dgm:presLayoutVars>
          <dgm:chMax val="0"/>
          <dgm:chPref val="0"/>
        </dgm:presLayoutVars>
      </dgm:prSet>
      <dgm:spPr/>
    </dgm:pt>
    <dgm:pt modelId="{749D6936-708D-0544-AE5E-7E7108D584C6}" type="pres">
      <dgm:prSet presAssocID="{EF7266F3-9186-42EE-9DB3-26F163AFB0AF}" presName="sibTrans" presStyleCnt="0"/>
      <dgm:spPr/>
    </dgm:pt>
    <dgm:pt modelId="{BE7079C4-402A-D345-BA9E-BA829AB38B16}" type="pres">
      <dgm:prSet presAssocID="{8995B7DA-706C-D34C-AC60-E1F53DFA4D1D}" presName="compNode" presStyleCnt="0"/>
      <dgm:spPr/>
    </dgm:pt>
    <dgm:pt modelId="{88397540-617C-C64B-BED1-E7741F0F2E05}" type="pres">
      <dgm:prSet presAssocID="{8995B7DA-706C-D34C-AC60-E1F53DFA4D1D}" presName="bgRect" presStyleLbl="bgShp" presStyleIdx="3" presStyleCnt="4"/>
      <dgm:spPr/>
    </dgm:pt>
    <dgm:pt modelId="{730A0675-7A40-BC49-BAD2-1FBF376F38BB}" type="pres">
      <dgm:prSet presAssocID="{8995B7DA-706C-D34C-AC60-E1F53DFA4D1D}" presName="iconRect" presStyleLbl="node1" presStyleIdx="3" presStyleCnt="4"/>
      <dgm:spPr>
        <a:blipFill dpi="0" rotWithShape="1">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D8CF5C5-03F6-9747-9422-013D82D560E9}" type="pres">
      <dgm:prSet presAssocID="{8995B7DA-706C-D34C-AC60-E1F53DFA4D1D}" presName="spaceRect" presStyleCnt="0"/>
      <dgm:spPr/>
    </dgm:pt>
    <dgm:pt modelId="{7D7E3DC4-CC5D-C44B-9F56-26453D822574}" type="pres">
      <dgm:prSet presAssocID="{8995B7DA-706C-D34C-AC60-E1F53DFA4D1D}" presName="parTx" presStyleLbl="revTx" presStyleIdx="3" presStyleCnt="4">
        <dgm:presLayoutVars>
          <dgm:chMax val="0"/>
          <dgm:chPref val="0"/>
        </dgm:presLayoutVars>
      </dgm:prSet>
      <dgm:spPr/>
    </dgm:pt>
  </dgm:ptLst>
  <dgm:cxnLst>
    <dgm:cxn modelId="{EF7D3212-2CF0-E742-92BA-014F0E47E1A1}" type="presOf" srcId="{320A2CE0-B11C-417B-ACD8-1EFD10CDD16A}" destId="{EA2A39DF-1C10-47ED-A94F-1553E069AFAA}" srcOrd="0" destOrd="0" presId="urn:microsoft.com/office/officeart/2018/2/layout/IconVerticalSolidList"/>
    <dgm:cxn modelId="{2150622C-B880-9143-96C5-457AF841C93F}" srcId="{3E9955EC-C35E-4372-9661-636727AE7391}" destId="{8995B7DA-706C-D34C-AC60-E1F53DFA4D1D}" srcOrd="3" destOrd="0" parTransId="{9056D60A-FAED-1942-AC37-67B75CEFF8A0}" sibTransId="{21FFE8F7-1476-B944-A969-FF2F7B3760F1}"/>
    <dgm:cxn modelId="{05AF9F36-05CB-43F7-93AF-A22AEDCDFB3D}" srcId="{3E9955EC-C35E-4372-9661-636727AE7391}" destId="{F380BCBD-8F3E-452C-ACFF-454E9530D332}" srcOrd="0" destOrd="0" parTransId="{49B36998-8C00-4749-9F34-E9840A466FBC}" sibTransId="{091F96A6-7C47-4C66-9B02-53E09AA62785}"/>
    <dgm:cxn modelId="{8E00F051-B23E-4C41-9A64-458B63E59C9B}" type="presOf" srcId="{88B10318-6E1B-471D-9411-E1D07C16B37B}" destId="{F11BC0F9-342D-4F2C-9425-94679449B557}" srcOrd="0" destOrd="0" presId="urn:microsoft.com/office/officeart/2018/2/layout/IconVerticalSolidList"/>
    <dgm:cxn modelId="{D3D5778E-FD3C-5045-BE9F-B825A4D3BAB4}" type="presOf" srcId="{8995B7DA-706C-D34C-AC60-E1F53DFA4D1D}" destId="{7D7E3DC4-CC5D-C44B-9F56-26453D822574}" srcOrd="0" destOrd="0" presId="urn:microsoft.com/office/officeart/2018/2/layout/IconVerticalSolidList"/>
    <dgm:cxn modelId="{34B7DEA8-B80E-4934-B834-9A2FA40C8401}" srcId="{3E9955EC-C35E-4372-9661-636727AE7391}" destId="{88B10318-6E1B-471D-9411-E1D07C16B37B}" srcOrd="1" destOrd="0" parTransId="{35B785DA-0966-43D4-8F58-2E479378CFD2}" sibTransId="{ABDC302C-7E00-42D8-BBD9-F5EC939AD348}"/>
    <dgm:cxn modelId="{619D4CAC-BA81-4AD0-BD00-38F11AFAB415}" type="presOf" srcId="{3E9955EC-C35E-4372-9661-636727AE7391}" destId="{EAEEAA65-5429-4AA7-B274-7322EE851A99}" srcOrd="0" destOrd="0" presId="urn:microsoft.com/office/officeart/2018/2/layout/IconVerticalSolidList"/>
    <dgm:cxn modelId="{2E078AC7-494D-4E03-9808-8B5DA5BEC22F}" srcId="{3E9955EC-C35E-4372-9661-636727AE7391}" destId="{320A2CE0-B11C-417B-ACD8-1EFD10CDD16A}" srcOrd="2" destOrd="0" parTransId="{8AEF8D8D-07A8-4D70-A232-BDE6BA3B9893}" sibTransId="{EF7266F3-9186-42EE-9DB3-26F163AFB0AF}"/>
    <dgm:cxn modelId="{962D06D9-E775-6F45-BFA4-F5D84A35280C}" type="presOf" srcId="{F380BCBD-8F3E-452C-ACFF-454E9530D332}" destId="{2C3CB3F0-FED6-462C-8221-05BE9981ACF2}" srcOrd="0" destOrd="0" presId="urn:microsoft.com/office/officeart/2018/2/layout/IconVerticalSolidList"/>
    <dgm:cxn modelId="{F2DC15A8-2292-7443-835D-1A5F2546B624}" type="presParOf" srcId="{EAEEAA65-5429-4AA7-B274-7322EE851A99}" destId="{8844649B-5317-4B5B-98EB-BF600BD71FAE}" srcOrd="0" destOrd="0" presId="urn:microsoft.com/office/officeart/2018/2/layout/IconVerticalSolidList"/>
    <dgm:cxn modelId="{85101B9E-3FBD-294B-88FD-08120841E5EE}" type="presParOf" srcId="{8844649B-5317-4B5B-98EB-BF600BD71FAE}" destId="{897ACD4F-171A-4A24-9459-FF4C83260A8C}" srcOrd="0" destOrd="0" presId="urn:microsoft.com/office/officeart/2018/2/layout/IconVerticalSolidList"/>
    <dgm:cxn modelId="{6D84B5CD-3977-E945-9F9B-B3F194FB41CD}" type="presParOf" srcId="{8844649B-5317-4B5B-98EB-BF600BD71FAE}" destId="{3290D437-1C05-446D-BC5D-34E55DC1A70D}" srcOrd="1" destOrd="0" presId="urn:microsoft.com/office/officeart/2018/2/layout/IconVerticalSolidList"/>
    <dgm:cxn modelId="{C049A6E6-E3A6-CE4C-88D9-5F18AAFECF14}" type="presParOf" srcId="{8844649B-5317-4B5B-98EB-BF600BD71FAE}" destId="{53388AE2-3B11-4F53-BCD4-F5B23D2DFFA6}" srcOrd="2" destOrd="0" presId="urn:microsoft.com/office/officeart/2018/2/layout/IconVerticalSolidList"/>
    <dgm:cxn modelId="{B6A46FA0-65A7-9B45-818A-865DA16D5151}" type="presParOf" srcId="{8844649B-5317-4B5B-98EB-BF600BD71FAE}" destId="{2C3CB3F0-FED6-462C-8221-05BE9981ACF2}" srcOrd="3" destOrd="0" presId="urn:microsoft.com/office/officeart/2018/2/layout/IconVerticalSolidList"/>
    <dgm:cxn modelId="{C66CE24F-F5B1-7044-B246-A2068F5B04CF}" type="presParOf" srcId="{EAEEAA65-5429-4AA7-B274-7322EE851A99}" destId="{EFD15AB9-FA4D-458D-9015-993BBEC2AD5D}" srcOrd="1" destOrd="0" presId="urn:microsoft.com/office/officeart/2018/2/layout/IconVerticalSolidList"/>
    <dgm:cxn modelId="{47BFA625-DFF7-4942-9D64-38DD718B2511}" type="presParOf" srcId="{EAEEAA65-5429-4AA7-B274-7322EE851A99}" destId="{3AC4A849-58D1-4917-A728-12B5F0FC592C}" srcOrd="2" destOrd="0" presId="urn:microsoft.com/office/officeart/2018/2/layout/IconVerticalSolidList"/>
    <dgm:cxn modelId="{BBFC75D9-2148-E444-96AA-7F5497AE4472}" type="presParOf" srcId="{3AC4A849-58D1-4917-A728-12B5F0FC592C}" destId="{9524D6DF-CF9B-449C-B630-4DD4C4A3FFA1}" srcOrd="0" destOrd="0" presId="urn:microsoft.com/office/officeart/2018/2/layout/IconVerticalSolidList"/>
    <dgm:cxn modelId="{678BEDC7-5561-1048-88C8-0AE0D52CE161}" type="presParOf" srcId="{3AC4A849-58D1-4917-A728-12B5F0FC592C}" destId="{63AB3CFC-6D03-4F22-8B79-405E608E2558}" srcOrd="1" destOrd="0" presId="urn:microsoft.com/office/officeart/2018/2/layout/IconVerticalSolidList"/>
    <dgm:cxn modelId="{2368189E-D161-8646-A4A4-E5163A4ADAD4}" type="presParOf" srcId="{3AC4A849-58D1-4917-A728-12B5F0FC592C}" destId="{E919CFAF-6303-4EF5-877E-F31E0C1B7924}" srcOrd="2" destOrd="0" presId="urn:microsoft.com/office/officeart/2018/2/layout/IconVerticalSolidList"/>
    <dgm:cxn modelId="{E770920A-D94C-1F4F-B36A-F345788AAF15}" type="presParOf" srcId="{3AC4A849-58D1-4917-A728-12B5F0FC592C}" destId="{F11BC0F9-342D-4F2C-9425-94679449B557}" srcOrd="3" destOrd="0" presId="urn:microsoft.com/office/officeart/2018/2/layout/IconVerticalSolidList"/>
    <dgm:cxn modelId="{FC348630-583E-E64A-A612-6191EB496465}" type="presParOf" srcId="{EAEEAA65-5429-4AA7-B274-7322EE851A99}" destId="{657B906C-5823-7A40-BEC4-5AA2F4B79AB3}" srcOrd="3" destOrd="0" presId="urn:microsoft.com/office/officeart/2018/2/layout/IconVerticalSolidList"/>
    <dgm:cxn modelId="{9053D8EE-D35C-1746-B0D0-7C0CF79A0AA0}" type="presParOf" srcId="{EAEEAA65-5429-4AA7-B274-7322EE851A99}" destId="{0A18A785-DDBD-4ADB-8628-FC09F1A2A13B}" srcOrd="4" destOrd="0" presId="urn:microsoft.com/office/officeart/2018/2/layout/IconVerticalSolidList"/>
    <dgm:cxn modelId="{5A935347-0456-EF43-AC14-1311FF85C0A8}" type="presParOf" srcId="{0A18A785-DDBD-4ADB-8628-FC09F1A2A13B}" destId="{29D6D145-80A3-4493-B317-928F93F01087}" srcOrd="0" destOrd="0" presId="urn:microsoft.com/office/officeart/2018/2/layout/IconVerticalSolidList"/>
    <dgm:cxn modelId="{6AC3F00E-3BF5-9C4B-BD93-4DC27C51CEF2}" type="presParOf" srcId="{0A18A785-DDBD-4ADB-8628-FC09F1A2A13B}" destId="{6F125876-25FA-4DEC-B6F4-866572BCF16F}" srcOrd="1" destOrd="0" presId="urn:microsoft.com/office/officeart/2018/2/layout/IconVerticalSolidList"/>
    <dgm:cxn modelId="{CE029191-8CDA-0546-BD77-A44C30763057}" type="presParOf" srcId="{0A18A785-DDBD-4ADB-8628-FC09F1A2A13B}" destId="{9328B75F-345E-4405-9E91-A40A7FB61B8E}" srcOrd="2" destOrd="0" presId="urn:microsoft.com/office/officeart/2018/2/layout/IconVerticalSolidList"/>
    <dgm:cxn modelId="{9B7FD625-9F01-4846-89B0-90A3409A70B2}" type="presParOf" srcId="{0A18A785-DDBD-4ADB-8628-FC09F1A2A13B}" destId="{EA2A39DF-1C10-47ED-A94F-1553E069AFAA}" srcOrd="3" destOrd="0" presId="urn:microsoft.com/office/officeart/2018/2/layout/IconVerticalSolidList"/>
    <dgm:cxn modelId="{F1F55542-CC94-394A-8D64-C64B2957DFDE}" type="presParOf" srcId="{EAEEAA65-5429-4AA7-B274-7322EE851A99}" destId="{749D6936-708D-0544-AE5E-7E7108D584C6}" srcOrd="5" destOrd="0" presId="urn:microsoft.com/office/officeart/2018/2/layout/IconVerticalSolidList"/>
    <dgm:cxn modelId="{0221F86A-9896-6F48-8EF9-877FA0C38242}" type="presParOf" srcId="{EAEEAA65-5429-4AA7-B274-7322EE851A99}" destId="{BE7079C4-402A-D345-BA9E-BA829AB38B16}" srcOrd="6" destOrd="0" presId="urn:microsoft.com/office/officeart/2018/2/layout/IconVerticalSolidList"/>
    <dgm:cxn modelId="{8EF37F7F-D108-7143-8F64-14B49F4484D2}" type="presParOf" srcId="{BE7079C4-402A-D345-BA9E-BA829AB38B16}" destId="{88397540-617C-C64B-BED1-E7741F0F2E05}" srcOrd="0" destOrd="0" presId="urn:microsoft.com/office/officeart/2018/2/layout/IconVerticalSolidList"/>
    <dgm:cxn modelId="{2CD692B8-5C5F-2B40-95AB-2350BB84C7AD}" type="presParOf" srcId="{BE7079C4-402A-D345-BA9E-BA829AB38B16}" destId="{730A0675-7A40-BC49-BAD2-1FBF376F38BB}" srcOrd="1" destOrd="0" presId="urn:microsoft.com/office/officeart/2018/2/layout/IconVerticalSolidList"/>
    <dgm:cxn modelId="{2F9E3C7E-0126-C04C-9588-D399EAD9B26D}" type="presParOf" srcId="{BE7079C4-402A-D345-BA9E-BA829AB38B16}" destId="{5D8CF5C5-03F6-9747-9422-013D82D560E9}" srcOrd="2" destOrd="0" presId="urn:microsoft.com/office/officeart/2018/2/layout/IconVerticalSolidList"/>
    <dgm:cxn modelId="{0F47FC21-7F06-734C-8251-C6B7D484DE7C}" type="presParOf" srcId="{BE7079C4-402A-D345-BA9E-BA829AB38B16}" destId="{7D7E3DC4-CC5D-C44B-9F56-26453D82257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9955EC-C35E-4372-9661-636727AE739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380BCBD-8F3E-452C-ACFF-454E9530D332}">
      <dgm:prSet/>
      <dgm:spPr/>
      <dgm:t>
        <a:bodyPr/>
        <a:lstStyle/>
        <a:p>
          <a:pPr>
            <a:lnSpc>
              <a:spcPct val="100000"/>
            </a:lnSpc>
          </a:pPr>
          <a:r>
            <a:rPr lang="en-US" b="1" dirty="0"/>
            <a:t>Declarative Language: </a:t>
          </a:r>
          <a:r>
            <a:rPr lang="en-US" dirty="0"/>
            <a:t>You define what the infrastructure should look like using </a:t>
          </a:r>
          <a:r>
            <a:rPr lang="en-US" dirty="0" err="1"/>
            <a:t>HashiCorp</a:t>
          </a:r>
          <a:r>
            <a:rPr lang="en-US" dirty="0"/>
            <a:t> Configuration Language (HCL), rather than how to build it.</a:t>
          </a:r>
        </a:p>
      </dgm:t>
    </dgm:pt>
    <dgm:pt modelId="{49B36998-8C00-4749-9F34-E9840A466FBC}" type="parTrans" cxnId="{05AF9F36-05CB-43F7-93AF-A22AEDCDFB3D}">
      <dgm:prSet/>
      <dgm:spPr/>
      <dgm:t>
        <a:bodyPr/>
        <a:lstStyle/>
        <a:p>
          <a:endParaRPr lang="en-US"/>
        </a:p>
      </dgm:t>
    </dgm:pt>
    <dgm:pt modelId="{091F96A6-7C47-4C66-9B02-53E09AA62785}" type="sibTrans" cxnId="{05AF9F36-05CB-43F7-93AF-A22AEDCDFB3D}">
      <dgm:prSet/>
      <dgm:spPr/>
      <dgm:t>
        <a:bodyPr/>
        <a:lstStyle/>
        <a:p>
          <a:endParaRPr lang="en-US"/>
        </a:p>
      </dgm:t>
    </dgm:pt>
    <dgm:pt modelId="{88B10318-6E1B-471D-9411-E1D07C16B37B}">
      <dgm:prSet/>
      <dgm:spPr/>
      <dgm:t>
        <a:bodyPr/>
        <a:lstStyle/>
        <a:p>
          <a:pPr>
            <a:lnSpc>
              <a:spcPct val="100000"/>
            </a:lnSpc>
          </a:pPr>
          <a:r>
            <a:rPr lang="en-US" b="1" dirty="0"/>
            <a:t>Multi-Cloud Support: </a:t>
          </a:r>
          <a:r>
            <a:rPr lang="en-US" dirty="0"/>
            <a:t>It works with over 170 official and verified providers to manage diverse services (e.g., Kubernetes, DNS, database systems).</a:t>
          </a:r>
        </a:p>
      </dgm:t>
    </dgm:pt>
    <dgm:pt modelId="{35B785DA-0966-43D4-8F58-2E479378CFD2}" type="parTrans" cxnId="{34B7DEA8-B80E-4934-B834-9A2FA40C8401}">
      <dgm:prSet/>
      <dgm:spPr/>
      <dgm:t>
        <a:bodyPr/>
        <a:lstStyle/>
        <a:p>
          <a:endParaRPr lang="en-US"/>
        </a:p>
      </dgm:t>
    </dgm:pt>
    <dgm:pt modelId="{ABDC302C-7E00-42D8-BBD9-F5EC939AD348}" type="sibTrans" cxnId="{34B7DEA8-B80E-4934-B834-9A2FA40C8401}">
      <dgm:prSet/>
      <dgm:spPr/>
      <dgm:t>
        <a:bodyPr/>
        <a:lstStyle/>
        <a:p>
          <a:endParaRPr lang="en-US"/>
        </a:p>
      </dgm:t>
    </dgm:pt>
    <dgm:pt modelId="{320A2CE0-B11C-417B-ACD8-1EFD10CDD16A}">
      <dgm:prSet/>
      <dgm:spPr/>
      <dgm:t>
        <a:bodyPr/>
        <a:lstStyle/>
        <a:p>
          <a:pPr>
            <a:lnSpc>
              <a:spcPct val="100000"/>
            </a:lnSpc>
          </a:pPr>
          <a:r>
            <a:rPr lang="en-US" b="1" dirty="0"/>
            <a:t>State Management: </a:t>
          </a:r>
          <a:r>
            <a:rPr lang="en-US" dirty="0"/>
            <a:t>Terraform maps real-world resources to your configuration via a "state file," allowing it to track changes and manage lifecycles efficiently.</a:t>
          </a:r>
        </a:p>
      </dgm:t>
    </dgm:pt>
    <dgm:pt modelId="{8AEF8D8D-07A8-4D70-A232-BDE6BA3B9893}" type="parTrans" cxnId="{2E078AC7-494D-4E03-9808-8B5DA5BEC22F}">
      <dgm:prSet/>
      <dgm:spPr/>
      <dgm:t>
        <a:bodyPr/>
        <a:lstStyle/>
        <a:p>
          <a:endParaRPr lang="en-US"/>
        </a:p>
      </dgm:t>
    </dgm:pt>
    <dgm:pt modelId="{EF7266F3-9186-42EE-9DB3-26F163AFB0AF}" type="sibTrans" cxnId="{2E078AC7-494D-4E03-9808-8B5DA5BEC22F}">
      <dgm:prSet/>
      <dgm:spPr/>
      <dgm:t>
        <a:bodyPr/>
        <a:lstStyle/>
        <a:p>
          <a:endParaRPr lang="en-US"/>
        </a:p>
      </dgm:t>
    </dgm:pt>
    <dgm:pt modelId="{8995B7DA-706C-D34C-AC60-E1F53DFA4D1D}">
      <dgm:prSet/>
      <dgm:spPr/>
      <dgm:t>
        <a:bodyPr/>
        <a:lstStyle/>
        <a:p>
          <a:pPr>
            <a:lnSpc>
              <a:spcPct val="100000"/>
            </a:lnSpc>
          </a:pPr>
          <a:r>
            <a:rPr lang="en-US" b="1" dirty="0"/>
            <a:t>Automation &amp; Consistency: </a:t>
          </a:r>
          <a:r>
            <a:rPr lang="en-US" dirty="0"/>
            <a:t>It ensures consistent environments by treating infrastructure as software code, enabling version control and automating deployment.</a:t>
          </a:r>
          <a:endParaRPr lang="en-US" b="1" dirty="0"/>
        </a:p>
      </dgm:t>
    </dgm:pt>
    <dgm:pt modelId="{9056D60A-FAED-1942-AC37-67B75CEFF8A0}" type="parTrans" cxnId="{2150622C-B880-9143-96C5-457AF841C93F}">
      <dgm:prSet/>
      <dgm:spPr/>
      <dgm:t>
        <a:bodyPr/>
        <a:lstStyle/>
        <a:p>
          <a:endParaRPr lang="en-US"/>
        </a:p>
      </dgm:t>
    </dgm:pt>
    <dgm:pt modelId="{21FFE8F7-1476-B944-A969-FF2F7B3760F1}" type="sibTrans" cxnId="{2150622C-B880-9143-96C5-457AF841C93F}">
      <dgm:prSet/>
      <dgm:spPr/>
      <dgm:t>
        <a:bodyPr/>
        <a:lstStyle/>
        <a:p>
          <a:endParaRPr lang="en-US"/>
        </a:p>
      </dgm:t>
    </dgm:pt>
    <dgm:pt modelId="{EAEEAA65-5429-4AA7-B274-7322EE851A99}" type="pres">
      <dgm:prSet presAssocID="{3E9955EC-C35E-4372-9661-636727AE7391}" presName="root" presStyleCnt="0">
        <dgm:presLayoutVars>
          <dgm:dir/>
          <dgm:resizeHandles val="exact"/>
        </dgm:presLayoutVars>
      </dgm:prSet>
      <dgm:spPr/>
    </dgm:pt>
    <dgm:pt modelId="{8844649B-5317-4B5B-98EB-BF600BD71FAE}" type="pres">
      <dgm:prSet presAssocID="{F380BCBD-8F3E-452C-ACFF-454E9530D332}" presName="compNode" presStyleCnt="0"/>
      <dgm:spPr/>
    </dgm:pt>
    <dgm:pt modelId="{897ACD4F-171A-4A24-9459-FF4C83260A8C}" type="pres">
      <dgm:prSet presAssocID="{F380BCBD-8F3E-452C-ACFF-454E9530D332}" presName="bgRect" presStyleLbl="bgShp" presStyleIdx="0" presStyleCnt="4"/>
      <dgm:spPr/>
    </dgm:pt>
    <dgm:pt modelId="{3290D437-1C05-446D-BC5D-34E55DC1A70D}" type="pres">
      <dgm:prSet presAssocID="{F380BCBD-8F3E-452C-ACFF-454E9530D332}" presName="iconRect" presStyleLbl="node1" presStyleIdx="0"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3388AE2-3B11-4F53-BCD4-F5B23D2DFFA6}" type="pres">
      <dgm:prSet presAssocID="{F380BCBD-8F3E-452C-ACFF-454E9530D332}" presName="spaceRect" presStyleCnt="0"/>
      <dgm:spPr/>
    </dgm:pt>
    <dgm:pt modelId="{2C3CB3F0-FED6-462C-8221-05BE9981ACF2}" type="pres">
      <dgm:prSet presAssocID="{F380BCBD-8F3E-452C-ACFF-454E9530D332}" presName="parTx" presStyleLbl="revTx" presStyleIdx="0" presStyleCnt="4">
        <dgm:presLayoutVars>
          <dgm:chMax val="0"/>
          <dgm:chPref val="0"/>
        </dgm:presLayoutVars>
      </dgm:prSet>
      <dgm:spPr/>
    </dgm:pt>
    <dgm:pt modelId="{EFD15AB9-FA4D-458D-9015-993BBEC2AD5D}" type="pres">
      <dgm:prSet presAssocID="{091F96A6-7C47-4C66-9B02-53E09AA62785}" presName="sibTrans" presStyleCnt="0"/>
      <dgm:spPr/>
    </dgm:pt>
    <dgm:pt modelId="{3AC4A849-58D1-4917-A728-12B5F0FC592C}" type="pres">
      <dgm:prSet presAssocID="{88B10318-6E1B-471D-9411-E1D07C16B37B}" presName="compNode" presStyleCnt="0"/>
      <dgm:spPr/>
    </dgm:pt>
    <dgm:pt modelId="{9524D6DF-CF9B-449C-B630-4DD4C4A3FFA1}" type="pres">
      <dgm:prSet presAssocID="{88B10318-6E1B-471D-9411-E1D07C16B37B}" presName="bgRect" presStyleLbl="bgShp" presStyleIdx="1" presStyleCnt="4"/>
      <dgm:spPr/>
    </dgm:pt>
    <dgm:pt modelId="{63AB3CFC-6D03-4F22-8B79-405E608E2558}" type="pres">
      <dgm:prSet presAssocID="{88B10318-6E1B-471D-9411-E1D07C16B37B}"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E919CFAF-6303-4EF5-877E-F31E0C1B7924}" type="pres">
      <dgm:prSet presAssocID="{88B10318-6E1B-471D-9411-E1D07C16B37B}" presName="spaceRect" presStyleCnt="0"/>
      <dgm:spPr/>
    </dgm:pt>
    <dgm:pt modelId="{F11BC0F9-342D-4F2C-9425-94679449B557}" type="pres">
      <dgm:prSet presAssocID="{88B10318-6E1B-471D-9411-E1D07C16B37B}" presName="parTx" presStyleLbl="revTx" presStyleIdx="1" presStyleCnt="4">
        <dgm:presLayoutVars>
          <dgm:chMax val="0"/>
          <dgm:chPref val="0"/>
        </dgm:presLayoutVars>
      </dgm:prSet>
      <dgm:spPr/>
    </dgm:pt>
    <dgm:pt modelId="{657B906C-5823-7A40-BEC4-5AA2F4B79AB3}" type="pres">
      <dgm:prSet presAssocID="{ABDC302C-7E00-42D8-BBD9-F5EC939AD348}" presName="sibTrans" presStyleCnt="0"/>
      <dgm:spPr/>
    </dgm:pt>
    <dgm:pt modelId="{0A18A785-DDBD-4ADB-8628-FC09F1A2A13B}" type="pres">
      <dgm:prSet presAssocID="{320A2CE0-B11C-417B-ACD8-1EFD10CDD16A}" presName="compNode" presStyleCnt="0"/>
      <dgm:spPr/>
    </dgm:pt>
    <dgm:pt modelId="{29D6D145-80A3-4493-B317-928F93F01087}" type="pres">
      <dgm:prSet presAssocID="{320A2CE0-B11C-417B-ACD8-1EFD10CDD16A}" presName="bgRect" presStyleLbl="bgShp" presStyleIdx="2" presStyleCnt="4"/>
      <dgm:spPr/>
    </dgm:pt>
    <dgm:pt modelId="{6F125876-25FA-4DEC-B6F4-866572BCF16F}" type="pres">
      <dgm:prSet presAssocID="{320A2CE0-B11C-417B-ACD8-1EFD10CDD16A}"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9328B75F-345E-4405-9E91-A40A7FB61B8E}" type="pres">
      <dgm:prSet presAssocID="{320A2CE0-B11C-417B-ACD8-1EFD10CDD16A}" presName="spaceRect" presStyleCnt="0"/>
      <dgm:spPr/>
    </dgm:pt>
    <dgm:pt modelId="{EA2A39DF-1C10-47ED-A94F-1553E069AFAA}" type="pres">
      <dgm:prSet presAssocID="{320A2CE0-B11C-417B-ACD8-1EFD10CDD16A}" presName="parTx" presStyleLbl="revTx" presStyleIdx="2" presStyleCnt="4">
        <dgm:presLayoutVars>
          <dgm:chMax val="0"/>
          <dgm:chPref val="0"/>
        </dgm:presLayoutVars>
      </dgm:prSet>
      <dgm:spPr/>
    </dgm:pt>
    <dgm:pt modelId="{749D6936-708D-0544-AE5E-7E7108D584C6}" type="pres">
      <dgm:prSet presAssocID="{EF7266F3-9186-42EE-9DB3-26F163AFB0AF}" presName="sibTrans" presStyleCnt="0"/>
      <dgm:spPr/>
    </dgm:pt>
    <dgm:pt modelId="{BE7079C4-402A-D345-BA9E-BA829AB38B16}" type="pres">
      <dgm:prSet presAssocID="{8995B7DA-706C-D34C-AC60-E1F53DFA4D1D}" presName="compNode" presStyleCnt="0"/>
      <dgm:spPr/>
    </dgm:pt>
    <dgm:pt modelId="{88397540-617C-C64B-BED1-E7741F0F2E05}" type="pres">
      <dgm:prSet presAssocID="{8995B7DA-706C-D34C-AC60-E1F53DFA4D1D}" presName="bgRect" presStyleLbl="bgShp" presStyleIdx="3" presStyleCnt="4"/>
      <dgm:spPr/>
    </dgm:pt>
    <dgm:pt modelId="{730A0675-7A40-BC49-BAD2-1FBF376F38BB}" type="pres">
      <dgm:prSet presAssocID="{8995B7DA-706C-D34C-AC60-E1F53DFA4D1D}"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D8CF5C5-03F6-9747-9422-013D82D560E9}" type="pres">
      <dgm:prSet presAssocID="{8995B7DA-706C-D34C-AC60-E1F53DFA4D1D}" presName="spaceRect" presStyleCnt="0"/>
      <dgm:spPr/>
    </dgm:pt>
    <dgm:pt modelId="{7D7E3DC4-CC5D-C44B-9F56-26453D822574}" type="pres">
      <dgm:prSet presAssocID="{8995B7DA-706C-D34C-AC60-E1F53DFA4D1D}" presName="parTx" presStyleLbl="revTx" presStyleIdx="3" presStyleCnt="4">
        <dgm:presLayoutVars>
          <dgm:chMax val="0"/>
          <dgm:chPref val="0"/>
        </dgm:presLayoutVars>
      </dgm:prSet>
      <dgm:spPr/>
    </dgm:pt>
  </dgm:ptLst>
  <dgm:cxnLst>
    <dgm:cxn modelId="{EF7D3212-2CF0-E742-92BA-014F0E47E1A1}" type="presOf" srcId="{320A2CE0-B11C-417B-ACD8-1EFD10CDD16A}" destId="{EA2A39DF-1C10-47ED-A94F-1553E069AFAA}" srcOrd="0" destOrd="0" presId="urn:microsoft.com/office/officeart/2018/2/layout/IconVerticalSolidList"/>
    <dgm:cxn modelId="{2150622C-B880-9143-96C5-457AF841C93F}" srcId="{3E9955EC-C35E-4372-9661-636727AE7391}" destId="{8995B7DA-706C-D34C-AC60-E1F53DFA4D1D}" srcOrd="3" destOrd="0" parTransId="{9056D60A-FAED-1942-AC37-67B75CEFF8A0}" sibTransId="{21FFE8F7-1476-B944-A969-FF2F7B3760F1}"/>
    <dgm:cxn modelId="{05AF9F36-05CB-43F7-93AF-A22AEDCDFB3D}" srcId="{3E9955EC-C35E-4372-9661-636727AE7391}" destId="{F380BCBD-8F3E-452C-ACFF-454E9530D332}" srcOrd="0" destOrd="0" parTransId="{49B36998-8C00-4749-9F34-E9840A466FBC}" sibTransId="{091F96A6-7C47-4C66-9B02-53E09AA62785}"/>
    <dgm:cxn modelId="{8E00F051-B23E-4C41-9A64-458B63E59C9B}" type="presOf" srcId="{88B10318-6E1B-471D-9411-E1D07C16B37B}" destId="{F11BC0F9-342D-4F2C-9425-94679449B557}" srcOrd="0" destOrd="0" presId="urn:microsoft.com/office/officeart/2018/2/layout/IconVerticalSolidList"/>
    <dgm:cxn modelId="{D3D5778E-FD3C-5045-BE9F-B825A4D3BAB4}" type="presOf" srcId="{8995B7DA-706C-D34C-AC60-E1F53DFA4D1D}" destId="{7D7E3DC4-CC5D-C44B-9F56-26453D822574}" srcOrd="0" destOrd="0" presId="urn:microsoft.com/office/officeart/2018/2/layout/IconVerticalSolidList"/>
    <dgm:cxn modelId="{34B7DEA8-B80E-4934-B834-9A2FA40C8401}" srcId="{3E9955EC-C35E-4372-9661-636727AE7391}" destId="{88B10318-6E1B-471D-9411-E1D07C16B37B}" srcOrd="1" destOrd="0" parTransId="{35B785DA-0966-43D4-8F58-2E479378CFD2}" sibTransId="{ABDC302C-7E00-42D8-BBD9-F5EC939AD348}"/>
    <dgm:cxn modelId="{619D4CAC-BA81-4AD0-BD00-38F11AFAB415}" type="presOf" srcId="{3E9955EC-C35E-4372-9661-636727AE7391}" destId="{EAEEAA65-5429-4AA7-B274-7322EE851A99}" srcOrd="0" destOrd="0" presId="urn:microsoft.com/office/officeart/2018/2/layout/IconVerticalSolidList"/>
    <dgm:cxn modelId="{2E078AC7-494D-4E03-9808-8B5DA5BEC22F}" srcId="{3E9955EC-C35E-4372-9661-636727AE7391}" destId="{320A2CE0-B11C-417B-ACD8-1EFD10CDD16A}" srcOrd="2" destOrd="0" parTransId="{8AEF8D8D-07A8-4D70-A232-BDE6BA3B9893}" sibTransId="{EF7266F3-9186-42EE-9DB3-26F163AFB0AF}"/>
    <dgm:cxn modelId="{962D06D9-E775-6F45-BFA4-F5D84A35280C}" type="presOf" srcId="{F380BCBD-8F3E-452C-ACFF-454E9530D332}" destId="{2C3CB3F0-FED6-462C-8221-05BE9981ACF2}" srcOrd="0" destOrd="0" presId="urn:microsoft.com/office/officeart/2018/2/layout/IconVerticalSolidList"/>
    <dgm:cxn modelId="{F2DC15A8-2292-7443-835D-1A5F2546B624}" type="presParOf" srcId="{EAEEAA65-5429-4AA7-B274-7322EE851A99}" destId="{8844649B-5317-4B5B-98EB-BF600BD71FAE}" srcOrd="0" destOrd="0" presId="urn:microsoft.com/office/officeart/2018/2/layout/IconVerticalSolidList"/>
    <dgm:cxn modelId="{85101B9E-3FBD-294B-88FD-08120841E5EE}" type="presParOf" srcId="{8844649B-5317-4B5B-98EB-BF600BD71FAE}" destId="{897ACD4F-171A-4A24-9459-FF4C83260A8C}" srcOrd="0" destOrd="0" presId="urn:microsoft.com/office/officeart/2018/2/layout/IconVerticalSolidList"/>
    <dgm:cxn modelId="{6D84B5CD-3977-E945-9F9B-B3F194FB41CD}" type="presParOf" srcId="{8844649B-5317-4B5B-98EB-BF600BD71FAE}" destId="{3290D437-1C05-446D-BC5D-34E55DC1A70D}" srcOrd="1" destOrd="0" presId="urn:microsoft.com/office/officeart/2018/2/layout/IconVerticalSolidList"/>
    <dgm:cxn modelId="{C049A6E6-E3A6-CE4C-88D9-5F18AAFECF14}" type="presParOf" srcId="{8844649B-5317-4B5B-98EB-BF600BD71FAE}" destId="{53388AE2-3B11-4F53-BCD4-F5B23D2DFFA6}" srcOrd="2" destOrd="0" presId="urn:microsoft.com/office/officeart/2018/2/layout/IconVerticalSolidList"/>
    <dgm:cxn modelId="{B6A46FA0-65A7-9B45-818A-865DA16D5151}" type="presParOf" srcId="{8844649B-5317-4B5B-98EB-BF600BD71FAE}" destId="{2C3CB3F0-FED6-462C-8221-05BE9981ACF2}" srcOrd="3" destOrd="0" presId="urn:microsoft.com/office/officeart/2018/2/layout/IconVerticalSolidList"/>
    <dgm:cxn modelId="{C66CE24F-F5B1-7044-B246-A2068F5B04CF}" type="presParOf" srcId="{EAEEAA65-5429-4AA7-B274-7322EE851A99}" destId="{EFD15AB9-FA4D-458D-9015-993BBEC2AD5D}" srcOrd="1" destOrd="0" presId="urn:microsoft.com/office/officeart/2018/2/layout/IconVerticalSolidList"/>
    <dgm:cxn modelId="{47BFA625-DFF7-4942-9D64-38DD718B2511}" type="presParOf" srcId="{EAEEAA65-5429-4AA7-B274-7322EE851A99}" destId="{3AC4A849-58D1-4917-A728-12B5F0FC592C}" srcOrd="2" destOrd="0" presId="urn:microsoft.com/office/officeart/2018/2/layout/IconVerticalSolidList"/>
    <dgm:cxn modelId="{BBFC75D9-2148-E444-96AA-7F5497AE4472}" type="presParOf" srcId="{3AC4A849-58D1-4917-A728-12B5F0FC592C}" destId="{9524D6DF-CF9B-449C-B630-4DD4C4A3FFA1}" srcOrd="0" destOrd="0" presId="urn:microsoft.com/office/officeart/2018/2/layout/IconVerticalSolidList"/>
    <dgm:cxn modelId="{678BEDC7-5561-1048-88C8-0AE0D52CE161}" type="presParOf" srcId="{3AC4A849-58D1-4917-A728-12B5F0FC592C}" destId="{63AB3CFC-6D03-4F22-8B79-405E608E2558}" srcOrd="1" destOrd="0" presId="urn:microsoft.com/office/officeart/2018/2/layout/IconVerticalSolidList"/>
    <dgm:cxn modelId="{2368189E-D161-8646-A4A4-E5163A4ADAD4}" type="presParOf" srcId="{3AC4A849-58D1-4917-A728-12B5F0FC592C}" destId="{E919CFAF-6303-4EF5-877E-F31E0C1B7924}" srcOrd="2" destOrd="0" presId="urn:microsoft.com/office/officeart/2018/2/layout/IconVerticalSolidList"/>
    <dgm:cxn modelId="{E770920A-D94C-1F4F-B36A-F345788AAF15}" type="presParOf" srcId="{3AC4A849-58D1-4917-A728-12B5F0FC592C}" destId="{F11BC0F9-342D-4F2C-9425-94679449B557}" srcOrd="3" destOrd="0" presId="urn:microsoft.com/office/officeart/2018/2/layout/IconVerticalSolidList"/>
    <dgm:cxn modelId="{FC348630-583E-E64A-A612-6191EB496465}" type="presParOf" srcId="{EAEEAA65-5429-4AA7-B274-7322EE851A99}" destId="{657B906C-5823-7A40-BEC4-5AA2F4B79AB3}" srcOrd="3" destOrd="0" presId="urn:microsoft.com/office/officeart/2018/2/layout/IconVerticalSolidList"/>
    <dgm:cxn modelId="{9053D8EE-D35C-1746-B0D0-7C0CF79A0AA0}" type="presParOf" srcId="{EAEEAA65-5429-4AA7-B274-7322EE851A99}" destId="{0A18A785-DDBD-4ADB-8628-FC09F1A2A13B}" srcOrd="4" destOrd="0" presId="urn:microsoft.com/office/officeart/2018/2/layout/IconVerticalSolidList"/>
    <dgm:cxn modelId="{5A935347-0456-EF43-AC14-1311FF85C0A8}" type="presParOf" srcId="{0A18A785-DDBD-4ADB-8628-FC09F1A2A13B}" destId="{29D6D145-80A3-4493-B317-928F93F01087}" srcOrd="0" destOrd="0" presId="urn:microsoft.com/office/officeart/2018/2/layout/IconVerticalSolidList"/>
    <dgm:cxn modelId="{6AC3F00E-3BF5-9C4B-BD93-4DC27C51CEF2}" type="presParOf" srcId="{0A18A785-DDBD-4ADB-8628-FC09F1A2A13B}" destId="{6F125876-25FA-4DEC-B6F4-866572BCF16F}" srcOrd="1" destOrd="0" presId="urn:microsoft.com/office/officeart/2018/2/layout/IconVerticalSolidList"/>
    <dgm:cxn modelId="{CE029191-8CDA-0546-BD77-A44C30763057}" type="presParOf" srcId="{0A18A785-DDBD-4ADB-8628-FC09F1A2A13B}" destId="{9328B75F-345E-4405-9E91-A40A7FB61B8E}" srcOrd="2" destOrd="0" presId="urn:microsoft.com/office/officeart/2018/2/layout/IconVerticalSolidList"/>
    <dgm:cxn modelId="{9B7FD625-9F01-4846-89B0-90A3409A70B2}" type="presParOf" srcId="{0A18A785-DDBD-4ADB-8628-FC09F1A2A13B}" destId="{EA2A39DF-1C10-47ED-A94F-1553E069AFAA}" srcOrd="3" destOrd="0" presId="urn:microsoft.com/office/officeart/2018/2/layout/IconVerticalSolidList"/>
    <dgm:cxn modelId="{F1F55542-CC94-394A-8D64-C64B2957DFDE}" type="presParOf" srcId="{EAEEAA65-5429-4AA7-B274-7322EE851A99}" destId="{749D6936-708D-0544-AE5E-7E7108D584C6}" srcOrd="5" destOrd="0" presId="urn:microsoft.com/office/officeart/2018/2/layout/IconVerticalSolidList"/>
    <dgm:cxn modelId="{0221F86A-9896-6F48-8EF9-877FA0C38242}" type="presParOf" srcId="{EAEEAA65-5429-4AA7-B274-7322EE851A99}" destId="{BE7079C4-402A-D345-BA9E-BA829AB38B16}" srcOrd="6" destOrd="0" presId="urn:microsoft.com/office/officeart/2018/2/layout/IconVerticalSolidList"/>
    <dgm:cxn modelId="{8EF37F7F-D108-7143-8F64-14B49F4484D2}" type="presParOf" srcId="{BE7079C4-402A-D345-BA9E-BA829AB38B16}" destId="{88397540-617C-C64B-BED1-E7741F0F2E05}" srcOrd="0" destOrd="0" presId="urn:microsoft.com/office/officeart/2018/2/layout/IconVerticalSolidList"/>
    <dgm:cxn modelId="{2CD692B8-5C5F-2B40-95AB-2350BB84C7AD}" type="presParOf" srcId="{BE7079C4-402A-D345-BA9E-BA829AB38B16}" destId="{730A0675-7A40-BC49-BAD2-1FBF376F38BB}" srcOrd="1" destOrd="0" presId="urn:microsoft.com/office/officeart/2018/2/layout/IconVerticalSolidList"/>
    <dgm:cxn modelId="{2F9E3C7E-0126-C04C-9588-D399EAD9B26D}" type="presParOf" srcId="{BE7079C4-402A-D345-BA9E-BA829AB38B16}" destId="{5D8CF5C5-03F6-9747-9422-013D82D560E9}" srcOrd="2" destOrd="0" presId="urn:microsoft.com/office/officeart/2018/2/layout/IconVerticalSolidList"/>
    <dgm:cxn modelId="{0F47FC21-7F06-734C-8251-C6B7D484DE7C}" type="presParOf" srcId="{BE7079C4-402A-D345-BA9E-BA829AB38B16}" destId="{7D7E3DC4-CC5D-C44B-9F56-26453D82257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EDB38D0-00E9-4FB4-99B2-928202170591}" type="doc">
      <dgm:prSet loTypeId="urn:microsoft.com/office/officeart/2016/7/layout/LinearArrowProcessNumbered" loCatId="process" qsTypeId="urn:microsoft.com/office/officeart/2005/8/quickstyle/simple1" qsCatId="simple" csTypeId="urn:microsoft.com/office/officeart/2005/8/colors/accent2_2" csCatId="accent2" phldr="1"/>
      <dgm:spPr/>
      <dgm:t>
        <a:bodyPr/>
        <a:lstStyle/>
        <a:p>
          <a:endParaRPr lang="en-US"/>
        </a:p>
      </dgm:t>
    </dgm:pt>
    <dgm:pt modelId="{204A8FAE-2226-4E28-B62A-76BD4EE6CF7B}">
      <dgm:prSet custT="1"/>
      <dgm:spPr/>
      <dgm:t>
        <a:bodyPr/>
        <a:lstStyle/>
        <a:p>
          <a:r>
            <a:rPr lang="en-US" sz="1600" b="1" dirty="0"/>
            <a:t>Write: </a:t>
          </a:r>
        </a:p>
        <a:p>
          <a:r>
            <a:rPr lang="en-US" sz="1600" dirty="0"/>
            <a:t>Define resources in </a:t>
          </a:r>
          <a:r>
            <a:rPr lang="en-US" sz="1600" b="1" dirty="0"/>
            <a:t>.</a:t>
          </a:r>
          <a:r>
            <a:rPr lang="en-US" sz="1600" b="1" dirty="0" err="1"/>
            <a:t>tf</a:t>
          </a:r>
          <a:r>
            <a:rPr lang="en-US" sz="1600" b="1" dirty="0"/>
            <a:t> </a:t>
          </a:r>
          <a:r>
            <a:rPr lang="en-US" sz="1600" dirty="0"/>
            <a:t>files.</a:t>
          </a:r>
        </a:p>
      </dgm:t>
    </dgm:pt>
    <dgm:pt modelId="{17B67CEB-D7FA-477F-A831-11B5ED37C40F}" type="parTrans" cxnId="{995CA6BA-AA0B-4F66-AA15-9339DE29F449}">
      <dgm:prSet/>
      <dgm:spPr/>
      <dgm:t>
        <a:bodyPr/>
        <a:lstStyle/>
        <a:p>
          <a:endParaRPr lang="en-US"/>
        </a:p>
      </dgm:t>
    </dgm:pt>
    <dgm:pt modelId="{9FF159FD-B6BE-49B4-8C45-D471727BDA4C}" type="sibTrans" cxnId="{995CA6BA-AA0B-4F66-AA15-9339DE29F449}">
      <dgm:prSet phldrT="1" phldr="0"/>
      <dgm:spPr/>
      <dgm:t>
        <a:bodyPr/>
        <a:lstStyle/>
        <a:p>
          <a:r>
            <a:rPr lang="en-US"/>
            <a:t>1</a:t>
          </a:r>
        </a:p>
      </dgm:t>
    </dgm:pt>
    <dgm:pt modelId="{080D87DE-9C93-4A90-AD17-AC6BEC897793}">
      <dgm:prSet custT="1"/>
      <dgm:spPr/>
      <dgm:t>
        <a:bodyPr/>
        <a:lstStyle/>
        <a:p>
          <a:r>
            <a:rPr lang="en-US" sz="1600" b="1" dirty="0"/>
            <a:t>Init</a:t>
          </a:r>
          <a:r>
            <a:rPr lang="en-US" sz="1600" dirty="0"/>
            <a:t>: </a:t>
          </a:r>
        </a:p>
        <a:p>
          <a:r>
            <a:rPr lang="en-US" sz="1600" dirty="0"/>
            <a:t>Run </a:t>
          </a:r>
          <a:r>
            <a:rPr lang="en-US" sz="1600" b="1" dirty="0"/>
            <a:t>“terraform </a:t>
          </a:r>
          <a:r>
            <a:rPr lang="en-US" sz="1600" b="1" dirty="0" err="1"/>
            <a:t>init</a:t>
          </a:r>
          <a:r>
            <a:rPr lang="en-US" sz="1600" b="1" dirty="0"/>
            <a:t>” </a:t>
          </a:r>
          <a:r>
            <a:rPr lang="en-US" sz="1600" dirty="0"/>
            <a:t>to initialize a working directory containing Terraform configuration files.</a:t>
          </a:r>
        </a:p>
      </dgm:t>
    </dgm:pt>
    <dgm:pt modelId="{89BCA0B3-57C9-40EC-A5B0-BEBA6ED9284B}" type="parTrans" cxnId="{7B069315-4B29-498F-8688-84136B046EE9}">
      <dgm:prSet/>
      <dgm:spPr/>
      <dgm:t>
        <a:bodyPr/>
        <a:lstStyle/>
        <a:p>
          <a:endParaRPr lang="en-US"/>
        </a:p>
      </dgm:t>
    </dgm:pt>
    <dgm:pt modelId="{CC039AF9-90CE-4E1E-93BB-3202C4D8660A}" type="sibTrans" cxnId="{7B069315-4B29-498F-8688-84136B046EE9}">
      <dgm:prSet phldrT="2" phldr="0"/>
      <dgm:spPr/>
      <dgm:t>
        <a:bodyPr/>
        <a:lstStyle/>
        <a:p>
          <a:r>
            <a:rPr lang="en-US"/>
            <a:t>2</a:t>
          </a:r>
        </a:p>
      </dgm:t>
    </dgm:pt>
    <dgm:pt modelId="{DEAAD946-9E68-4417-BD69-69ACFFA3B088}">
      <dgm:prSet custT="1"/>
      <dgm:spPr/>
      <dgm:t>
        <a:bodyPr/>
        <a:lstStyle/>
        <a:p>
          <a:r>
            <a:rPr lang="en-US" sz="1600" b="1" dirty="0"/>
            <a:t>Plan: </a:t>
          </a:r>
        </a:p>
        <a:p>
          <a:r>
            <a:rPr lang="en-US" sz="1600" dirty="0"/>
            <a:t>Run </a:t>
          </a:r>
          <a:r>
            <a:rPr lang="en-US" sz="1600" b="1" dirty="0"/>
            <a:t>“terraform plan”</a:t>
          </a:r>
          <a:r>
            <a:rPr lang="en-US" sz="1600" b="1" i="1" dirty="0"/>
            <a:t> </a:t>
          </a:r>
          <a:r>
            <a:rPr lang="en-US" sz="1600" dirty="0"/>
            <a:t>to preview changes before they are applied.</a:t>
          </a:r>
        </a:p>
      </dgm:t>
    </dgm:pt>
    <dgm:pt modelId="{54DD2858-2368-4A5C-A426-1840E8045046}" type="parTrans" cxnId="{4A0A3B5D-EF6F-4C9A-8077-E1D09EA9F8C1}">
      <dgm:prSet/>
      <dgm:spPr/>
      <dgm:t>
        <a:bodyPr/>
        <a:lstStyle/>
        <a:p>
          <a:endParaRPr lang="en-US"/>
        </a:p>
      </dgm:t>
    </dgm:pt>
    <dgm:pt modelId="{CEC2492F-DCAA-4537-89D0-CD1EC3774BE0}" type="sibTrans" cxnId="{4A0A3B5D-EF6F-4C9A-8077-E1D09EA9F8C1}">
      <dgm:prSet phldrT="3" phldr="0"/>
      <dgm:spPr/>
      <dgm:t>
        <a:bodyPr/>
        <a:lstStyle/>
        <a:p>
          <a:r>
            <a:rPr lang="en-US"/>
            <a:t>3</a:t>
          </a:r>
        </a:p>
      </dgm:t>
    </dgm:pt>
    <dgm:pt modelId="{5D5CE052-88D2-45CD-8195-CFE7F6CE0FB9}">
      <dgm:prSet custT="1"/>
      <dgm:spPr/>
      <dgm:t>
        <a:bodyPr/>
        <a:lstStyle/>
        <a:p>
          <a:r>
            <a:rPr lang="en-US" sz="1600" b="1" dirty="0"/>
            <a:t>Apply</a:t>
          </a:r>
          <a:r>
            <a:rPr lang="en-US" sz="1600" dirty="0"/>
            <a:t>: </a:t>
          </a:r>
        </a:p>
        <a:p>
          <a:r>
            <a:rPr lang="en-US" sz="1600" dirty="0"/>
            <a:t>Run </a:t>
          </a:r>
          <a:r>
            <a:rPr lang="en-US" sz="1600" b="1" dirty="0"/>
            <a:t>“terraform apply” </a:t>
          </a:r>
          <a:r>
            <a:rPr lang="en-US" sz="1600" dirty="0"/>
            <a:t>to execute the changes.</a:t>
          </a:r>
        </a:p>
      </dgm:t>
    </dgm:pt>
    <dgm:pt modelId="{3FF8EE5A-4C7D-4B52-9781-1C78B7DA2E51}" type="parTrans" cxnId="{C5C36431-8E2E-4C43-BBAB-D96122628C3C}">
      <dgm:prSet/>
      <dgm:spPr/>
      <dgm:t>
        <a:bodyPr/>
        <a:lstStyle/>
        <a:p>
          <a:endParaRPr lang="en-US"/>
        </a:p>
      </dgm:t>
    </dgm:pt>
    <dgm:pt modelId="{B7AC49F8-9A45-4D2D-9213-729125330F15}" type="sibTrans" cxnId="{C5C36431-8E2E-4C43-BBAB-D96122628C3C}">
      <dgm:prSet phldrT="4" phldr="0"/>
      <dgm:spPr/>
      <dgm:t>
        <a:bodyPr/>
        <a:lstStyle/>
        <a:p>
          <a:r>
            <a:rPr lang="en-US"/>
            <a:t>4</a:t>
          </a:r>
        </a:p>
      </dgm:t>
    </dgm:pt>
    <dgm:pt modelId="{99C8DC7E-D05A-9640-8BF6-A9D8E4AB3910}" type="pres">
      <dgm:prSet presAssocID="{CEDB38D0-00E9-4FB4-99B2-928202170591}" presName="linearFlow" presStyleCnt="0">
        <dgm:presLayoutVars>
          <dgm:dir/>
          <dgm:animLvl val="lvl"/>
          <dgm:resizeHandles val="exact"/>
        </dgm:presLayoutVars>
      </dgm:prSet>
      <dgm:spPr/>
    </dgm:pt>
    <dgm:pt modelId="{0A6B7568-A7A9-E04A-A98A-A498F290DD21}" type="pres">
      <dgm:prSet presAssocID="{204A8FAE-2226-4E28-B62A-76BD4EE6CF7B}" presName="compositeNode" presStyleCnt="0"/>
      <dgm:spPr/>
    </dgm:pt>
    <dgm:pt modelId="{1BA01219-AC21-3F4D-9EF8-85ADBC9F9507}" type="pres">
      <dgm:prSet presAssocID="{204A8FAE-2226-4E28-B62A-76BD4EE6CF7B}" presName="parTx" presStyleLbl="node1" presStyleIdx="0" presStyleCnt="0">
        <dgm:presLayoutVars>
          <dgm:chMax val="0"/>
          <dgm:chPref val="0"/>
          <dgm:bulletEnabled val="1"/>
        </dgm:presLayoutVars>
      </dgm:prSet>
      <dgm:spPr/>
    </dgm:pt>
    <dgm:pt modelId="{29C2E0F0-3126-2746-9F34-4D37C32D5E2B}" type="pres">
      <dgm:prSet presAssocID="{204A8FAE-2226-4E28-B62A-76BD4EE6CF7B}" presName="parSh" presStyleCnt="0"/>
      <dgm:spPr/>
    </dgm:pt>
    <dgm:pt modelId="{64FAB3D8-FCD0-7B4B-AEC4-BEB5F526F121}" type="pres">
      <dgm:prSet presAssocID="{204A8FAE-2226-4E28-B62A-76BD4EE6CF7B}" presName="lineNode" presStyleLbl="alignAccFollowNode1" presStyleIdx="0" presStyleCnt="12"/>
      <dgm:spPr/>
    </dgm:pt>
    <dgm:pt modelId="{819FE2B1-E986-8D48-B21A-800BD814BE20}" type="pres">
      <dgm:prSet presAssocID="{204A8FAE-2226-4E28-B62A-76BD4EE6CF7B}" presName="lineArrowNode" presStyleLbl="alignAccFollowNode1" presStyleIdx="1" presStyleCnt="12"/>
      <dgm:spPr/>
    </dgm:pt>
    <dgm:pt modelId="{2EBBF64C-E72F-9F48-8AD4-721E2E7A4905}" type="pres">
      <dgm:prSet presAssocID="{9FF159FD-B6BE-49B4-8C45-D471727BDA4C}" presName="sibTransNodeCircle" presStyleLbl="alignNode1" presStyleIdx="0" presStyleCnt="4">
        <dgm:presLayoutVars>
          <dgm:chMax val="0"/>
          <dgm:bulletEnabled/>
        </dgm:presLayoutVars>
      </dgm:prSet>
      <dgm:spPr/>
    </dgm:pt>
    <dgm:pt modelId="{EE115796-7A6E-6A48-A965-6D47221D6689}" type="pres">
      <dgm:prSet presAssocID="{9FF159FD-B6BE-49B4-8C45-D471727BDA4C}" presName="spacerBetweenCircleAndCallout" presStyleCnt="0">
        <dgm:presLayoutVars/>
      </dgm:prSet>
      <dgm:spPr/>
    </dgm:pt>
    <dgm:pt modelId="{1C3D33FF-D327-4E44-AA06-C94CE9339006}" type="pres">
      <dgm:prSet presAssocID="{204A8FAE-2226-4E28-B62A-76BD4EE6CF7B}" presName="nodeText" presStyleLbl="alignAccFollowNode1" presStyleIdx="2" presStyleCnt="12">
        <dgm:presLayoutVars>
          <dgm:bulletEnabled val="1"/>
        </dgm:presLayoutVars>
      </dgm:prSet>
      <dgm:spPr/>
    </dgm:pt>
    <dgm:pt modelId="{C447C42C-EA74-FE4F-A6D8-C4599E0C731D}" type="pres">
      <dgm:prSet presAssocID="{9FF159FD-B6BE-49B4-8C45-D471727BDA4C}" presName="sibTransComposite" presStyleCnt="0"/>
      <dgm:spPr/>
    </dgm:pt>
    <dgm:pt modelId="{FB004F8C-9862-FC4B-9BD1-AF1F771BBCF7}" type="pres">
      <dgm:prSet presAssocID="{080D87DE-9C93-4A90-AD17-AC6BEC897793}" presName="compositeNode" presStyleCnt="0"/>
      <dgm:spPr/>
    </dgm:pt>
    <dgm:pt modelId="{BF74F007-29FE-9749-AE88-6D38769CF46D}" type="pres">
      <dgm:prSet presAssocID="{080D87DE-9C93-4A90-AD17-AC6BEC897793}" presName="parTx" presStyleLbl="node1" presStyleIdx="0" presStyleCnt="0">
        <dgm:presLayoutVars>
          <dgm:chMax val="0"/>
          <dgm:chPref val="0"/>
          <dgm:bulletEnabled val="1"/>
        </dgm:presLayoutVars>
      </dgm:prSet>
      <dgm:spPr/>
    </dgm:pt>
    <dgm:pt modelId="{AC8F12F8-F751-0C4C-BED5-83DAB0EB8141}" type="pres">
      <dgm:prSet presAssocID="{080D87DE-9C93-4A90-AD17-AC6BEC897793}" presName="parSh" presStyleCnt="0"/>
      <dgm:spPr/>
    </dgm:pt>
    <dgm:pt modelId="{164EEE5C-15D4-314A-A895-B91CA0014B8F}" type="pres">
      <dgm:prSet presAssocID="{080D87DE-9C93-4A90-AD17-AC6BEC897793}" presName="lineNode" presStyleLbl="alignAccFollowNode1" presStyleIdx="3" presStyleCnt="12"/>
      <dgm:spPr/>
    </dgm:pt>
    <dgm:pt modelId="{165A400A-E1E3-4E4F-900A-2AB0E4CC0D80}" type="pres">
      <dgm:prSet presAssocID="{080D87DE-9C93-4A90-AD17-AC6BEC897793}" presName="lineArrowNode" presStyleLbl="alignAccFollowNode1" presStyleIdx="4" presStyleCnt="12"/>
      <dgm:spPr/>
    </dgm:pt>
    <dgm:pt modelId="{305E4573-E8E1-1540-AB3F-910F47148B51}" type="pres">
      <dgm:prSet presAssocID="{CC039AF9-90CE-4E1E-93BB-3202C4D8660A}" presName="sibTransNodeCircle" presStyleLbl="alignNode1" presStyleIdx="1" presStyleCnt="4">
        <dgm:presLayoutVars>
          <dgm:chMax val="0"/>
          <dgm:bulletEnabled/>
        </dgm:presLayoutVars>
      </dgm:prSet>
      <dgm:spPr/>
    </dgm:pt>
    <dgm:pt modelId="{11910551-66FD-D145-A1BD-3A7553742BBA}" type="pres">
      <dgm:prSet presAssocID="{CC039AF9-90CE-4E1E-93BB-3202C4D8660A}" presName="spacerBetweenCircleAndCallout" presStyleCnt="0">
        <dgm:presLayoutVars/>
      </dgm:prSet>
      <dgm:spPr/>
    </dgm:pt>
    <dgm:pt modelId="{68D524F6-3A5C-B848-ACFD-D7742DC32267}" type="pres">
      <dgm:prSet presAssocID="{080D87DE-9C93-4A90-AD17-AC6BEC897793}" presName="nodeText" presStyleLbl="alignAccFollowNode1" presStyleIdx="5" presStyleCnt="12">
        <dgm:presLayoutVars>
          <dgm:bulletEnabled val="1"/>
        </dgm:presLayoutVars>
      </dgm:prSet>
      <dgm:spPr/>
    </dgm:pt>
    <dgm:pt modelId="{01E402DE-B575-1F46-A543-18E3C8CCB575}" type="pres">
      <dgm:prSet presAssocID="{CC039AF9-90CE-4E1E-93BB-3202C4D8660A}" presName="sibTransComposite" presStyleCnt="0"/>
      <dgm:spPr/>
    </dgm:pt>
    <dgm:pt modelId="{4A0680E3-892B-454B-B352-ED59BEAAA88B}" type="pres">
      <dgm:prSet presAssocID="{DEAAD946-9E68-4417-BD69-69ACFFA3B088}" presName="compositeNode" presStyleCnt="0"/>
      <dgm:spPr/>
    </dgm:pt>
    <dgm:pt modelId="{04773813-E7E2-F645-9D3B-47579FBF06C0}" type="pres">
      <dgm:prSet presAssocID="{DEAAD946-9E68-4417-BD69-69ACFFA3B088}" presName="parTx" presStyleLbl="node1" presStyleIdx="0" presStyleCnt="0">
        <dgm:presLayoutVars>
          <dgm:chMax val="0"/>
          <dgm:chPref val="0"/>
          <dgm:bulletEnabled val="1"/>
        </dgm:presLayoutVars>
      </dgm:prSet>
      <dgm:spPr/>
    </dgm:pt>
    <dgm:pt modelId="{2410C4BE-C19B-704F-BB28-C4FC9DAC98FD}" type="pres">
      <dgm:prSet presAssocID="{DEAAD946-9E68-4417-BD69-69ACFFA3B088}" presName="parSh" presStyleCnt="0"/>
      <dgm:spPr/>
    </dgm:pt>
    <dgm:pt modelId="{EA7C12BE-6A1E-AE47-8A40-326618925E6C}" type="pres">
      <dgm:prSet presAssocID="{DEAAD946-9E68-4417-BD69-69ACFFA3B088}" presName="lineNode" presStyleLbl="alignAccFollowNode1" presStyleIdx="6" presStyleCnt="12"/>
      <dgm:spPr/>
    </dgm:pt>
    <dgm:pt modelId="{F93B7CD0-50CA-4E46-9DCE-7A6CFBD4C55C}" type="pres">
      <dgm:prSet presAssocID="{DEAAD946-9E68-4417-BD69-69ACFFA3B088}" presName="lineArrowNode" presStyleLbl="alignAccFollowNode1" presStyleIdx="7" presStyleCnt="12"/>
      <dgm:spPr/>
    </dgm:pt>
    <dgm:pt modelId="{F8E9A5A4-2C0B-1648-96AB-119336A7D5F2}" type="pres">
      <dgm:prSet presAssocID="{CEC2492F-DCAA-4537-89D0-CD1EC3774BE0}" presName="sibTransNodeCircle" presStyleLbl="alignNode1" presStyleIdx="2" presStyleCnt="4">
        <dgm:presLayoutVars>
          <dgm:chMax val="0"/>
          <dgm:bulletEnabled/>
        </dgm:presLayoutVars>
      </dgm:prSet>
      <dgm:spPr/>
    </dgm:pt>
    <dgm:pt modelId="{E276FFE6-F1D3-DF4D-8159-508C9848B4EF}" type="pres">
      <dgm:prSet presAssocID="{CEC2492F-DCAA-4537-89D0-CD1EC3774BE0}" presName="spacerBetweenCircleAndCallout" presStyleCnt="0">
        <dgm:presLayoutVars/>
      </dgm:prSet>
      <dgm:spPr/>
    </dgm:pt>
    <dgm:pt modelId="{9C38BACF-646C-C941-A101-7DCE78292E6E}" type="pres">
      <dgm:prSet presAssocID="{DEAAD946-9E68-4417-BD69-69ACFFA3B088}" presName="nodeText" presStyleLbl="alignAccFollowNode1" presStyleIdx="8" presStyleCnt="12">
        <dgm:presLayoutVars>
          <dgm:bulletEnabled val="1"/>
        </dgm:presLayoutVars>
      </dgm:prSet>
      <dgm:spPr/>
    </dgm:pt>
    <dgm:pt modelId="{923C6E68-1970-8547-BA47-A9D90076E43E}" type="pres">
      <dgm:prSet presAssocID="{CEC2492F-DCAA-4537-89D0-CD1EC3774BE0}" presName="sibTransComposite" presStyleCnt="0"/>
      <dgm:spPr/>
    </dgm:pt>
    <dgm:pt modelId="{4B170A84-8F78-6547-9B35-A49A2C3923B2}" type="pres">
      <dgm:prSet presAssocID="{5D5CE052-88D2-45CD-8195-CFE7F6CE0FB9}" presName="compositeNode" presStyleCnt="0"/>
      <dgm:spPr/>
    </dgm:pt>
    <dgm:pt modelId="{27F9385C-8187-0D47-9C37-52E88E075A82}" type="pres">
      <dgm:prSet presAssocID="{5D5CE052-88D2-45CD-8195-CFE7F6CE0FB9}" presName="parTx" presStyleLbl="node1" presStyleIdx="0" presStyleCnt="0">
        <dgm:presLayoutVars>
          <dgm:chMax val="0"/>
          <dgm:chPref val="0"/>
          <dgm:bulletEnabled val="1"/>
        </dgm:presLayoutVars>
      </dgm:prSet>
      <dgm:spPr/>
    </dgm:pt>
    <dgm:pt modelId="{97B47F32-2579-9043-95EE-6961C0C0654D}" type="pres">
      <dgm:prSet presAssocID="{5D5CE052-88D2-45CD-8195-CFE7F6CE0FB9}" presName="parSh" presStyleCnt="0"/>
      <dgm:spPr/>
    </dgm:pt>
    <dgm:pt modelId="{050FA380-3640-4B43-B6EC-7EBECB58F953}" type="pres">
      <dgm:prSet presAssocID="{5D5CE052-88D2-45CD-8195-CFE7F6CE0FB9}" presName="lineNode" presStyleLbl="alignAccFollowNode1" presStyleIdx="9" presStyleCnt="12"/>
      <dgm:spPr/>
    </dgm:pt>
    <dgm:pt modelId="{4B512E4F-1A5E-0648-838F-F29E37F4F1A8}" type="pres">
      <dgm:prSet presAssocID="{5D5CE052-88D2-45CD-8195-CFE7F6CE0FB9}" presName="lineArrowNode" presStyleLbl="alignAccFollowNode1" presStyleIdx="10" presStyleCnt="12"/>
      <dgm:spPr/>
    </dgm:pt>
    <dgm:pt modelId="{4EC176FB-573E-8743-A0A4-5696563565E9}" type="pres">
      <dgm:prSet presAssocID="{B7AC49F8-9A45-4D2D-9213-729125330F15}" presName="sibTransNodeCircle" presStyleLbl="alignNode1" presStyleIdx="3" presStyleCnt="4">
        <dgm:presLayoutVars>
          <dgm:chMax val="0"/>
          <dgm:bulletEnabled/>
        </dgm:presLayoutVars>
      </dgm:prSet>
      <dgm:spPr/>
    </dgm:pt>
    <dgm:pt modelId="{B613DBFC-C2E7-7C4B-9998-9A36357EED26}" type="pres">
      <dgm:prSet presAssocID="{B7AC49F8-9A45-4D2D-9213-729125330F15}" presName="spacerBetweenCircleAndCallout" presStyleCnt="0">
        <dgm:presLayoutVars/>
      </dgm:prSet>
      <dgm:spPr/>
    </dgm:pt>
    <dgm:pt modelId="{9723ADC8-8891-1D49-8993-077B33ECBF3A}" type="pres">
      <dgm:prSet presAssocID="{5D5CE052-88D2-45CD-8195-CFE7F6CE0FB9}" presName="nodeText" presStyleLbl="alignAccFollowNode1" presStyleIdx="11" presStyleCnt="12">
        <dgm:presLayoutVars>
          <dgm:bulletEnabled val="1"/>
        </dgm:presLayoutVars>
      </dgm:prSet>
      <dgm:spPr/>
    </dgm:pt>
  </dgm:ptLst>
  <dgm:cxnLst>
    <dgm:cxn modelId="{7B069315-4B29-498F-8688-84136B046EE9}" srcId="{CEDB38D0-00E9-4FB4-99B2-928202170591}" destId="{080D87DE-9C93-4A90-AD17-AC6BEC897793}" srcOrd="1" destOrd="0" parTransId="{89BCA0B3-57C9-40EC-A5B0-BEBA6ED9284B}" sibTransId="{CC039AF9-90CE-4E1E-93BB-3202C4D8660A}"/>
    <dgm:cxn modelId="{022F621B-C8A5-CD41-9149-B592A16FAED2}" type="presOf" srcId="{CEDB38D0-00E9-4FB4-99B2-928202170591}" destId="{99C8DC7E-D05A-9640-8BF6-A9D8E4AB3910}" srcOrd="0" destOrd="0" presId="urn:microsoft.com/office/officeart/2016/7/layout/LinearArrowProcessNumbered"/>
    <dgm:cxn modelId="{94934226-BE3B-5D46-B53F-EB8A2AB125B8}" type="presOf" srcId="{CC039AF9-90CE-4E1E-93BB-3202C4D8660A}" destId="{305E4573-E8E1-1540-AB3F-910F47148B51}" srcOrd="0" destOrd="0" presId="urn:microsoft.com/office/officeart/2016/7/layout/LinearArrowProcessNumbered"/>
    <dgm:cxn modelId="{C5C36431-8E2E-4C43-BBAB-D96122628C3C}" srcId="{CEDB38D0-00E9-4FB4-99B2-928202170591}" destId="{5D5CE052-88D2-45CD-8195-CFE7F6CE0FB9}" srcOrd="3" destOrd="0" parTransId="{3FF8EE5A-4C7D-4B52-9781-1C78B7DA2E51}" sibTransId="{B7AC49F8-9A45-4D2D-9213-729125330F15}"/>
    <dgm:cxn modelId="{5D0B1C48-A300-D146-82EF-4B4A20E41F65}" type="presOf" srcId="{204A8FAE-2226-4E28-B62A-76BD4EE6CF7B}" destId="{1C3D33FF-D327-4E44-AA06-C94CE9339006}" srcOrd="0" destOrd="0" presId="urn:microsoft.com/office/officeart/2016/7/layout/LinearArrowProcessNumbered"/>
    <dgm:cxn modelId="{4A0A3B5D-EF6F-4C9A-8077-E1D09EA9F8C1}" srcId="{CEDB38D0-00E9-4FB4-99B2-928202170591}" destId="{DEAAD946-9E68-4417-BD69-69ACFFA3B088}" srcOrd="2" destOrd="0" parTransId="{54DD2858-2368-4A5C-A426-1840E8045046}" sibTransId="{CEC2492F-DCAA-4537-89D0-CD1EC3774BE0}"/>
    <dgm:cxn modelId="{53980578-8FAF-104A-8455-4CAD66A9DD32}" type="presOf" srcId="{080D87DE-9C93-4A90-AD17-AC6BEC897793}" destId="{68D524F6-3A5C-B848-ACFD-D7742DC32267}" srcOrd="0" destOrd="0" presId="urn:microsoft.com/office/officeart/2016/7/layout/LinearArrowProcessNumbered"/>
    <dgm:cxn modelId="{12D2B379-C8AA-FC4F-8E48-3B37F76B0C9D}" type="presOf" srcId="{5D5CE052-88D2-45CD-8195-CFE7F6CE0FB9}" destId="{9723ADC8-8891-1D49-8993-077B33ECBF3A}" srcOrd="0" destOrd="0" presId="urn:microsoft.com/office/officeart/2016/7/layout/LinearArrowProcessNumbered"/>
    <dgm:cxn modelId="{995CA6BA-AA0B-4F66-AA15-9339DE29F449}" srcId="{CEDB38D0-00E9-4FB4-99B2-928202170591}" destId="{204A8FAE-2226-4E28-B62A-76BD4EE6CF7B}" srcOrd="0" destOrd="0" parTransId="{17B67CEB-D7FA-477F-A831-11B5ED37C40F}" sibTransId="{9FF159FD-B6BE-49B4-8C45-D471727BDA4C}"/>
    <dgm:cxn modelId="{32D52FDB-CF88-0545-BF35-ED4BDF8C80F4}" type="presOf" srcId="{9FF159FD-B6BE-49B4-8C45-D471727BDA4C}" destId="{2EBBF64C-E72F-9F48-8AD4-721E2E7A4905}" srcOrd="0" destOrd="0" presId="urn:microsoft.com/office/officeart/2016/7/layout/LinearArrowProcessNumbered"/>
    <dgm:cxn modelId="{4DD9F1EA-7440-8740-A2F3-87C315570190}" type="presOf" srcId="{CEC2492F-DCAA-4537-89D0-CD1EC3774BE0}" destId="{F8E9A5A4-2C0B-1648-96AB-119336A7D5F2}" srcOrd="0" destOrd="0" presId="urn:microsoft.com/office/officeart/2016/7/layout/LinearArrowProcessNumbered"/>
    <dgm:cxn modelId="{9E7250EB-1B32-EB4C-8F1F-5E073ABEFB9F}" type="presOf" srcId="{B7AC49F8-9A45-4D2D-9213-729125330F15}" destId="{4EC176FB-573E-8743-A0A4-5696563565E9}" srcOrd="0" destOrd="0" presId="urn:microsoft.com/office/officeart/2016/7/layout/LinearArrowProcessNumbered"/>
    <dgm:cxn modelId="{632118FA-1DD5-4845-ABCA-BF850CD13ED9}" type="presOf" srcId="{DEAAD946-9E68-4417-BD69-69ACFFA3B088}" destId="{9C38BACF-646C-C941-A101-7DCE78292E6E}" srcOrd="0" destOrd="0" presId="urn:microsoft.com/office/officeart/2016/7/layout/LinearArrowProcessNumbered"/>
    <dgm:cxn modelId="{EC8AA67D-1968-2544-9586-2D2A3D567602}" type="presParOf" srcId="{99C8DC7E-D05A-9640-8BF6-A9D8E4AB3910}" destId="{0A6B7568-A7A9-E04A-A98A-A498F290DD21}" srcOrd="0" destOrd="0" presId="urn:microsoft.com/office/officeart/2016/7/layout/LinearArrowProcessNumbered"/>
    <dgm:cxn modelId="{A37F71D1-5E9A-824D-AF8B-0F1D79CBE826}" type="presParOf" srcId="{0A6B7568-A7A9-E04A-A98A-A498F290DD21}" destId="{1BA01219-AC21-3F4D-9EF8-85ADBC9F9507}" srcOrd="0" destOrd="0" presId="urn:microsoft.com/office/officeart/2016/7/layout/LinearArrowProcessNumbered"/>
    <dgm:cxn modelId="{E89E7B33-3EB5-C446-93A2-2226E333C823}" type="presParOf" srcId="{0A6B7568-A7A9-E04A-A98A-A498F290DD21}" destId="{29C2E0F0-3126-2746-9F34-4D37C32D5E2B}" srcOrd="1" destOrd="0" presId="urn:microsoft.com/office/officeart/2016/7/layout/LinearArrowProcessNumbered"/>
    <dgm:cxn modelId="{EF12E431-6BB0-2240-827D-633CCBDEC0DE}" type="presParOf" srcId="{29C2E0F0-3126-2746-9F34-4D37C32D5E2B}" destId="{64FAB3D8-FCD0-7B4B-AEC4-BEB5F526F121}" srcOrd="0" destOrd="0" presId="urn:microsoft.com/office/officeart/2016/7/layout/LinearArrowProcessNumbered"/>
    <dgm:cxn modelId="{16ED5F52-E96B-5144-BB06-F240CBE50472}" type="presParOf" srcId="{29C2E0F0-3126-2746-9F34-4D37C32D5E2B}" destId="{819FE2B1-E986-8D48-B21A-800BD814BE20}" srcOrd="1" destOrd="0" presId="urn:microsoft.com/office/officeart/2016/7/layout/LinearArrowProcessNumbered"/>
    <dgm:cxn modelId="{BA721472-B16C-5D48-BF60-912A6209433D}" type="presParOf" srcId="{29C2E0F0-3126-2746-9F34-4D37C32D5E2B}" destId="{2EBBF64C-E72F-9F48-8AD4-721E2E7A4905}" srcOrd="2" destOrd="0" presId="urn:microsoft.com/office/officeart/2016/7/layout/LinearArrowProcessNumbered"/>
    <dgm:cxn modelId="{FC02E4A9-6419-8748-8D64-EE143BF25DB8}" type="presParOf" srcId="{29C2E0F0-3126-2746-9F34-4D37C32D5E2B}" destId="{EE115796-7A6E-6A48-A965-6D47221D6689}" srcOrd="3" destOrd="0" presId="urn:microsoft.com/office/officeart/2016/7/layout/LinearArrowProcessNumbered"/>
    <dgm:cxn modelId="{5D23D548-3DE1-2F4F-A951-B35798F1B701}" type="presParOf" srcId="{0A6B7568-A7A9-E04A-A98A-A498F290DD21}" destId="{1C3D33FF-D327-4E44-AA06-C94CE9339006}" srcOrd="2" destOrd="0" presId="urn:microsoft.com/office/officeart/2016/7/layout/LinearArrowProcessNumbered"/>
    <dgm:cxn modelId="{98487374-592A-F140-92BE-C2BF6B21A9D1}" type="presParOf" srcId="{99C8DC7E-D05A-9640-8BF6-A9D8E4AB3910}" destId="{C447C42C-EA74-FE4F-A6D8-C4599E0C731D}" srcOrd="1" destOrd="0" presId="urn:microsoft.com/office/officeart/2016/7/layout/LinearArrowProcessNumbered"/>
    <dgm:cxn modelId="{99886494-ED67-5449-8620-108AB76F27A0}" type="presParOf" srcId="{99C8DC7E-D05A-9640-8BF6-A9D8E4AB3910}" destId="{FB004F8C-9862-FC4B-9BD1-AF1F771BBCF7}" srcOrd="2" destOrd="0" presId="urn:microsoft.com/office/officeart/2016/7/layout/LinearArrowProcessNumbered"/>
    <dgm:cxn modelId="{399C54F1-2F2A-D843-8018-F4A8E8FD6C09}" type="presParOf" srcId="{FB004F8C-9862-FC4B-9BD1-AF1F771BBCF7}" destId="{BF74F007-29FE-9749-AE88-6D38769CF46D}" srcOrd="0" destOrd="0" presId="urn:microsoft.com/office/officeart/2016/7/layout/LinearArrowProcessNumbered"/>
    <dgm:cxn modelId="{341BC9E9-CEDB-E649-9C64-7FEA77C75A5D}" type="presParOf" srcId="{FB004F8C-9862-FC4B-9BD1-AF1F771BBCF7}" destId="{AC8F12F8-F751-0C4C-BED5-83DAB0EB8141}" srcOrd="1" destOrd="0" presId="urn:microsoft.com/office/officeart/2016/7/layout/LinearArrowProcessNumbered"/>
    <dgm:cxn modelId="{1C66A83D-F03E-ED45-B856-E99A3A8CA463}" type="presParOf" srcId="{AC8F12F8-F751-0C4C-BED5-83DAB0EB8141}" destId="{164EEE5C-15D4-314A-A895-B91CA0014B8F}" srcOrd="0" destOrd="0" presId="urn:microsoft.com/office/officeart/2016/7/layout/LinearArrowProcessNumbered"/>
    <dgm:cxn modelId="{37081609-EF58-B647-A133-EAEA00521655}" type="presParOf" srcId="{AC8F12F8-F751-0C4C-BED5-83DAB0EB8141}" destId="{165A400A-E1E3-4E4F-900A-2AB0E4CC0D80}" srcOrd="1" destOrd="0" presId="urn:microsoft.com/office/officeart/2016/7/layout/LinearArrowProcessNumbered"/>
    <dgm:cxn modelId="{9F8F38D5-B22F-DE46-98A8-3F9E31C9C442}" type="presParOf" srcId="{AC8F12F8-F751-0C4C-BED5-83DAB0EB8141}" destId="{305E4573-E8E1-1540-AB3F-910F47148B51}" srcOrd="2" destOrd="0" presId="urn:microsoft.com/office/officeart/2016/7/layout/LinearArrowProcessNumbered"/>
    <dgm:cxn modelId="{64979338-1A6E-F842-B3FC-EC476B302A64}" type="presParOf" srcId="{AC8F12F8-F751-0C4C-BED5-83DAB0EB8141}" destId="{11910551-66FD-D145-A1BD-3A7553742BBA}" srcOrd="3" destOrd="0" presId="urn:microsoft.com/office/officeart/2016/7/layout/LinearArrowProcessNumbered"/>
    <dgm:cxn modelId="{FCF258FB-7415-B24C-9281-5DD04E70C718}" type="presParOf" srcId="{FB004F8C-9862-FC4B-9BD1-AF1F771BBCF7}" destId="{68D524F6-3A5C-B848-ACFD-D7742DC32267}" srcOrd="2" destOrd="0" presId="urn:microsoft.com/office/officeart/2016/7/layout/LinearArrowProcessNumbered"/>
    <dgm:cxn modelId="{89CE3435-4744-914F-A203-0A83162CDF1F}" type="presParOf" srcId="{99C8DC7E-D05A-9640-8BF6-A9D8E4AB3910}" destId="{01E402DE-B575-1F46-A543-18E3C8CCB575}" srcOrd="3" destOrd="0" presId="urn:microsoft.com/office/officeart/2016/7/layout/LinearArrowProcessNumbered"/>
    <dgm:cxn modelId="{42BE7E60-2BB7-C945-9013-6073EE63E047}" type="presParOf" srcId="{99C8DC7E-D05A-9640-8BF6-A9D8E4AB3910}" destId="{4A0680E3-892B-454B-B352-ED59BEAAA88B}" srcOrd="4" destOrd="0" presId="urn:microsoft.com/office/officeart/2016/7/layout/LinearArrowProcessNumbered"/>
    <dgm:cxn modelId="{F3A8992B-808E-6B48-AAAB-4021ECBD9C3C}" type="presParOf" srcId="{4A0680E3-892B-454B-B352-ED59BEAAA88B}" destId="{04773813-E7E2-F645-9D3B-47579FBF06C0}" srcOrd="0" destOrd="0" presId="urn:microsoft.com/office/officeart/2016/7/layout/LinearArrowProcessNumbered"/>
    <dgm:cxn modelId="{29826B11-D3FD-D541-A986-046CE7F23436}" type="presParOf" srcId="{4A0680E3-892B-454B-B352-ED59BEAAA88B}" destId="{2410C4BE-C19B-704F-BB28-C4FC9DAC98FD}" srcOrd="1" destOrd="0" presId="urn:microsoft.com/office/officeart/2016/7/layout/LinearArrowProcessNumbered"/>
    <dgm:cxn modelId="{AAA9F87D-5C93-E74E-9364-2E3A8CBC637E}" type="presParOf" srcId="{2410C4BE-C19B-704F-BB28-C4FC9DAC98FD}" destId="{EA7C12BE-6A1E-AE47-8A40-326618925E6C}" srcOrd="0" destOrd="0" presId="urn:microsoft.com/office/officeart/2016/7/layout/LinearArrowProcessNumbered"/>
    <dgm:cxn modelId="{53B471A3-5DFE-0141-9143-602D904002BA}" type="presParOf" srcId="{2410C4BE-C19B-704F-BB28-C4FC9DAC98FD}" destId="{F93B7CD0-50CA-4E46-9DCE-7A6CFBD4C55C}" srcOrd="1" destOrd="0" presId="urn:microsoft.com/office/officeart/2016/7/layout/LinearArrowProcessNumbered"/>
    <dgm:cxn modelId="{199AEAC9-B9AC-7348-8FA6-2060F6FE0AB3}" type="presParOf" srcId="{2410C4BE-C19B-704F-BB28-C4FC9DAC98FD}" destId="{F8E9A5A4-2C0B-1648-96AB-119336A7D5F2}" srcOrd="2" destOrd="0" presId="urn:microsoft.com/office/officeart/2016/7/layout/LinearArrowProcessNumbered"/>
    <dgm:cxn modelId="{71F4F9C5-D5EC-D54E-A7CA-484BA65D4094}" type="presParOf" srcId="{2410C4BE-C19B-704F-BB28-C4FC9DAC98FD}" destId="{E276FFE6-F1D3-DF4D-8159-508C9848B4EF}" srcOrd="3" destOrd="0" presId="urn:microsoft.com/office/officeart/2016/7/layout/LinearArrowProcessNumbered"/>
    <dgm:cxn modelId="{94B23596-937E-9040-A285-071F07103AAB}" type="presParOf" srcId="{4A0680E3-892B-454B-B352-ED59BEAAA88B}" destId="{9C38BACF-646C-C941-A101-7DCE78292E6E}" srcOrd="2" destOrd="0" presId="urn:microsoft.com/office/officeart/2016/7/layout/LinearArrowProcessNumbered"/>
    <dgm:cxn modelId="{ED294C0C-B4B7-5A4D-B6A8-0DD5B782FD99}" type="presParOf" srcId="{99C8DC7E-D05A-9640-8BF6-A9D8E4AB3910}" destId="{923C6E68-1970-8547-BA47-A9D90076E43E}" srcOrd="5" destOrd="0" presId="urn:microsoft.com/office/officeart/2016/7/layout/LinearArrowProcessNumbered"/>
    <dgm:cxn modelId="{3EB9A429-8337-1E4A-AD19-8C49BAC928B2}" type="presParOf" srcId="{99C8DC7E-D05A-9640-8BF6-A9D8E4AB3910}" destId="{4B170A84-8F78-6547-9B35-A49A2C3923B2}" srcOrd="6" destOrd="0" presId="urn:microsoft.com/office/officeart/2016/7/layout/LinearArrowProcessNumbered"/>
    <dgm:cxn modelId="{81427CA4-7F51-5B43-BC71-DEE04FA75D4C}" type="presParOf" srcId="{4B170A84-8F78-6547-9B35-A49A2C3923B2}" destId="{27F9385C-8187-0D47-9C37-52E88E075A82}" srcOrd="0" destOrd="0" presId="urn:microsoft.com/office/officeart/2016/7/layout/LinearArrowProcessNumbered"/>
    <dgm:cxn modelId="{9E0C82D4-41A4-A541-872C-15A4C2EF6F29}" type="presParOf" srcId="{4B170A84-8F78-6547-9B35-A49A2C3923B2}" destId="{97B47F32-2579-9043-95EE-6961C0C0654D}" srcOrd="1" destOrd="0" presId="urn:microsoft.com/office/officeart/2016/7/layout/LinearArrowProcessNumbered"/>
    <dgm:cxn modelId="{1004C762-6ED9-1240-9D39-DE300F16873D}" type="presParOf" srcId="{97B47F32-2579-9043-95EE-6961C0C0654D}" destId="{050FA380-3640-4B43-B6EC-7EBECB58F953}" srcOrd="0" destOrd="0" presId="urn:microsoft.com/office/officeart/2016/7/layout/LinearArrowProcessNumbered"/>
    <dgm:cxn modelId="{7367B962-4A7F-AF49-A730-C8470554AD57}" type="presParOf" srcId="{97B47F32-2579-9043-95EE-6961C0C0654D}" destId="{4B512E4F-1A5E-0648-838F-F29E37F4F1A8}" srcOrd="1" destOrd="0" presId="urn:microsoft.com/office/officeart/2016/7/layout/LinearArrowProcessNumbered"/>
    <dgm:cxn modelId="{DD8F3CCA-15C1-4D4B-9E75-1C89E6FA7495}" type="presParOf" srcId="{97B47F32-2579-9043-95EE-6961C0C0654D}" destId="{4EC176FB-573E-8743-A0A4-5696563565E9}" srcOrd="2" destOrd="0" presId="urn:microsoft.com/office/officeart/2016/7/layout/LinearArrowProcessNumbered"/>
    <dgm:cxn modelId="{856B4CF0-654A-A143-B04D-F03F0911872B}" type="presParOf" srcId="{97B47F32-2579-9043-95EE-6961C0C0654D}" destId="{B613DBFC-C2E7-7C4B-9998-9A36357EED26}" srcOrd="3" destOrd="0" presId="urn:microsoft.com/office/officeart/2016/7/layout/LinearArrowProcessNumbered"/>
    <dgm:cxn modelId="{1665DE2B-2E6E-9D4C-89DD-8B6E5668D9B4}" type="presParOf" srcId="{4B170A84-8F78-6547-9B35-A49A2C3923B2}" destId="{9723ADC8-8891-1D49-8993-077B33ECBF3A}"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E9955EC-C35E-4372-9661-636727AE739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380BCBD-8F3E-452C-ACFF-454E9530D332}">
      <dgm:prSet/>
      <dgm:spPr/>
      <dgm:t>
        <a:bodyPr/>
        <a:lstStyle/>
        <a:p>
          <a:pPr>
            <a:lnSpc>
              <a:spcPct val="100000"/>
            </a:lnSpc>
          </a:pPr>
          <a:r>
            <a:rPr lang="en-US" b="1" dirty="0" err="1"/>
            <a:t>main.tf</a:t>
          </a:r>
          <a:r>
            <a:rPr lang="en-US" b="1" dirty="0"/>
            <a:t>: </a:t>
          </a:r>
          <a:r>
            <a:rPr lang="en-US" dirty="0"/>
            <a:t>The primary entry point containing resource definitions.</a:t>
          </a:r>
        </a:p>
      </dgm:t>
    </dgm:pt>
    <dgm:pt modelId="{49B36998-8C00-4749-9F34-E9840A466FBC}" type="parTrans" cxnId="{05AF9F36-05CB-43F7-93AF-A22AEDCDFB3D}">
      <dgm:prSet/>
      <dgm:spPr/>
      <dgm:t>
        <a:bodyPr/>
        <a:lstStyle/>
        <a:p>
          <a:endParaRPr lang="en-US"/>
        </a:p>
      </dgm:t>
    </dgm:pt>
    <dgm:pt modelId="{091F96A6-7C47-4C66-9B02-53E09AA62785}" type="sibTrans" cxnId="{05AF9F36-05CB-43F7-93AF-A22AEDCDFB3D}">
      <dgm:prSet/>
      <dgm:spPr/>
      <dgm:t>
        <a:bodyPr/>
        <a:lstStyle/>
        <a:p>
          <a:endParaRPr lang="en-US"/>
        </a:p>
      </dgm:t>
    </dgm:pt>
    <dgm:pt modelId="{88B10318-6E1B-471D-9411-E1D07C16B37B}">
      <dgm:prSet/>
      <dgm:spPr/>
      <dgm:t>
        <a:bodyPr/>
        <a:lstStyle/>
        <a:p>
          <a:pPr>
            <a:lnSpc>
              <a:spcPct val="100000"/>
            </a:lnSpc>
          </a:pPr>
          <a:r>
            <a:rPr lang="en-US" b="1" dirty="0" err="1"/>
            <a:t>variables.tf</a:t>
          </a:r>
          <a:r>
            <a:rPr lang="en-US" b="1" dirty="0"/>
            <a:t>: </a:t>
          </a:r>
          <a:r>
            <a:rPr lang="en-US" dirty="0"/>
            <a:t>Declarations for all input variables.</a:t>
          </a:r>
        </a:p>
      </dgm:t>
    </dgm:pt>
    <dgm:pt modelId="{35B785DA-0966-43D4-8F58-2E479378CFD2}" type="parTrans" cxnId="{34B7DEA8-B80E-4934-B834-9A2FA40C8401}">
      <dgm:prSet/>
      <dgm:spPr/>
      <dgm:t>
        <a:bodyPr/>
        <a:lstStyle/>
        <a:p>
          <a:endParaRPr lang="en-US"/>
        </a:p>
      </dgm:t>
    </dgm:pt>
    <dgm:pt modelId="{ABDC302C-7E00-42D8-BBD9-F5EC939AD348}" type="sibTrans" cxnId="{34B7DEA8-B80E-4934-B834-9A2FA40C8401}">
      <dgm:prSet/>
      <dgm:spPr/>
      <dgm:t>
        <a:bodyPr/>
        <a:lstStyle/>
        <a:p>
          <a:endParaRPr lang="en-US"/>
        </a:p>
      </dgm:t>
    </dgm:pt>
    <dgm:pt modelId="{320A2CE0-B11C-417B-ACD8-1EFD10CDD16A}">
      <dgm:prSet/>
      <dgm:spPr/>
      <dgm:t>
        <a:bodyPr/>
        <a:lstStyle/>
        <a:p>
          <a:pPr>
            <a:lnSpc>
              <a:spcPct val="100000"/>
            </a:lnSpc>
          </a:pPr>
          <a:r>
            <a:rPr lang="en-US" b="1" dirty="0" err="1"/>
            <a:t>outputs.tf</a:t>
          </a:r>
          <a:r>
            <a:rPr lang="en-US" b="1" dirty="0"/>
            <a:t>: </a:t>
          </a:r>
          <a:r>
            <a:rPr lang="en-US" dirty="0"/>
            <a:t>Definitions for data to be returned after an apply.</a:t>
          </a:r>
        </a:p>
      </dgm:t>
    </dgm:pt>
    <dgm:pt modelId="{8AEF8D8D-07A8-4D70-A232-BDE6BA3B9893}" type="parTrans" cxnId="{2E078AC7-494D-4E03-9808-8B5DA5BEC22F}">
      <dgm:prSet/>
      <dgm:spPr/>
      <dgm:t>
        <a:bodyPr/>
        <a:lstStyle/>
        <a:p>
          <a:endParaRPr lang="en-US"/>
        </a:p>
      </dgm:t>
    </dgm:pt>
    <dgm:pt modelId="{EF7266F3-9186-42EE-9DB3-26F163AFB0AF}" type="sibTrans" cxnId="{2E078AC7-494D-4E03-9808-8B5DA5BEC22F}">
      <dgm:prSet/>
      <dgm:spPr/>
      <dgm:t>
        <a:bodyPr/>
        <a:lstStyle/>
        <a:p>
          <a:endParaRPr lang="en-US"/>
        </a:p>
      </dgm:t>
    </dgm:pt>
    <dgm:pt modelId="{8995B7DA-706C-D34C-AC60-E1F53DFA4D1D}">
      <dgm:prSet/>
      <dgm:spPr/>
      <dgm:t>
        <a:bodyPr/>
        <a:lstStyle/>
        <a:p>
          <a:pPr>
            <a:lnSpc>
              <a:spcPct val="100000"/>
            </a:lnSpc>
          </a:pPr>
          <a:r>
            <a:rPr lang="en-US" b="1" dirty="0" err="1"/>
            <a:t>providers.tf</a:t>
          </a:r>
          <a:r>
            <a:rPr lang="en-US" b="1" dirty="0"/>
            <a:t>: </a:t>
          </a:r>
          <a:r>
            <a:rPr lang="en-US" dirty="0"/>
            <a:t>Configuration for cloud providers (e.g., Azure, AWS).</a:t>
          </a:r>
          <a:endParaRPr lang="en-US" b="1" dirty="0"/>
        </a:p>
      </dgm:t>
    </dgm:pt>
    <dgm:pt modelId="{9056D60A-FAED-1942-AC37-67B75CEFF8A0}" type="parTrans" cxnId="{2150622C-B880-9143-96C5-457AF841C93F}">
      <dgm:prSet/>
      <dgm:spPr/>
      <dgm:t>
        <a:bodyPr/>
        <a:lstStyle/>
        <a:p>
          <a:endParaRPr lang="en-US"/>
        </a:p>
      </dgm:t>
    </dgm:pt>
    <dgm:pt modelId="{21FFE8F7-1476-B944-A969-FF2F7B3760F1}" type="sibTrans" cxnId="{2150622C-B880-9143-96C5-457AF841C93F}">
      <dgm:prSet/>
      <dgm:spPr/>
      <dgm:t>
        <a:bodyPr/>
        <a:lstStyle/>
        <a:p>
          <a:endParaRPr lang="en-US"/>
        </a:p>
      </dgm:t>
    </dgm:pt>
    <dgm:pt modelId="{D98E3826-31F2-654B-B1DE-391945BCAE34}">
      <dgm:prSet/>
      <dgm:spPr/>
      <dgm:t>
        <a:bodyPr/>
        <a:lstStyle/>
        <a:p>
          <a:pPr>
            <a:lnSpc>
              <a:spcPct val="100000"/>
            </a:lnSpc>
          </a:pPr>
          <a:r>
            <a:rPr lang="en-US" b="1"/>
            <a:t>terraform.tfvars: </a:t>
          </a:r>
          <a:r>
            <a:rPr lang="en-US"/>
            <a:t>(Optional) File containing actual values for the defined variables.</a:t>
          </a:r>
          <a:endParaRPr lang="en-US" dirty="0"/>
        </a:p>
      </dgm:t>
    </dgm:pt>
    <dgm:pt modelId="{1470A4BF-B96C-EB4B-8884-A9F90C03C942}" type="parTrans" cxnId="{55427AA9-7010-814E-BB12-BDA3A7D339E7}">
      <dgm:prSet/>
      <dgm:spPr/>
      <dgm:t>
        <a:bodyPr/>
        <a:lstStyle/>
        <a:p>
          <a:endParaRPr lang="en-US"/>
        </a:p>
      </dgm:t>
    </dgm:pt>
    <dgm:pt modelId="{FC12D0C1-EF55-6C49-BE90-BC46BF5EE182}" type="sibTrans" cxnId="{55427AA9-7010-814E-BB12-BDA3A7D339E7}">
      <dgm:prSet/>
      <dgm:spPr/>
      <dgm:t>
        <a:bodyPr/>
        <a:lstStyle/>
        <a:p>
          <a:endParaRPr lang="en-US"/>
        </a:p>
      </dgm:t>
    </dgm:pt>
    <dgm:pt modelId="{A7678C7D-B58B-0B49-A360-7C61884A25F6}">
      <dgm:prSet/>
      <dgm:spPr/>
      <dgm:t>
        <a:bodyPr/>
        <a:lstStyle/>
        <a:p>
          <a:pPr>
            <a:lnSpc>
              <a:spcPct val="100000"/>
            </a:lnSpc>
          </a:pPr>
          <a:r>
            <a:rPr lang="en-US" b="1"/>
            <a:t>backend.tf: </a:t>
          </a:r>
          <a:r>
            <a:rPr lang="en-US"/>
            <a:t>Configuration for remote state storage (e.g., Azure Blob Storage, S3, Terraform Cloud).</a:t>
          </a:r>
          <a:endParaRPr lang="en-US" dirty="0"/>
        </a:p>
      </dgm:t>
    </dgm:pt>
    <dgm:pt modelId="{699EB002-75B6-2248-AA7F-2AB5E74F2EA9}" type="parTrans" cxnId="{123869EA-EC3D-8C40-8826-9ED24EA69D79}">
      <dgm:prSet/>
      <dgm:spPr/>
      <dgm:t>
        <a:bodyPr/>
        <a:lstStyle/>
        <a:p>
          <a:endParaRPr lang="en-US"/>
        </a:p>
      </dgm:t>
    </dgm:pt>
    <dgm:pt modelId="{DCA30B35-5FCB-B744-B424-0868967D7151}" type="sibTrans" cxnId="{123869EA-EC3D-8C40-8826-9ED24EA69D79}">
      <dgm:prSet/>
      <dgm:spPr/>
      <dgm:t>
        <a:bodyPr/>
        <a:lstStyle/>
        <a:p>
          <a:endParaRPr lang="en-US"/>
        </a:p>
      </dgm:t>
    </dgm:pt>
    <dgm:pt modelId="{EAEEAA65-5429-4AA7-B274-7322EE851A99}" type="pres">
      <dgm:prSet presAssocID="{3E9955EC-C35E-4372-9661-636727AE7391}" presName="root" presStyleCnt="0">
        <dgm:presLayoutVars>
          <dgm:dir/>
          <dgm:resizeHandles val="exact"/>
        </dgm:presLayoutVars>
      </dgm:prSet>
      <dgm:spPr/>
    </dgm:pt>
    <dgm:pt modelId="{8844649B-5317-4B5B-98EB-BF600BD71FAE}" type="pres">
      <dgm:prSet presAssocID="{F380BCBD-8F3E-452C-ACFF-454E9530D332}" presName="compNode" presStyleCnt="0"/>
      <dgm:spPr/>
    </dgm:pt>
    <dgm:pt modelId="{897ACD4F-171A-4A24-9459-FF4C83260A8C}" type="pres">
      <dgm:prSet presAssocID="{F380BCBD-8F3E-452C-ACFF-454E9530D332}" presName="bgRect" presStyleLbl="bgShp" presStyleIdx="0" presStyleCnt="6"/>
      <dgm:spPr/>
    </dgm:pt>
    <dgm:pt modelId="{3290D437-1C05-446D-BC5D-34E55DC1A70D}" type="pres">
      <dgm:prSet presAssocID="{F380BCBD-8F3E-452C-ACFF-454E9530D332}" presName="iconRect" presStyleLbl="node1" presStyleIdx="0" presStyleCnt="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3388AE2-3B11-4F53-BCD4-F5B23D2DFFA6}" type="pres">
      <dgm:prSet presAssocID="{F380BCBD-8F3E-452C-ACFF-454E9530D332}" presName="spaceRect" presStyleCnt="0"/>
      <dgm:spPr/>
    </dgm:pt>
    <dgm:pt modelId="{2C3CB3F0-FED6-462C-8221-05BE9981ACF2}" type="pres">
      <dgm:prSet presAssocID="{F380BCBD-8F3E-452C-ACFF-454E9530D332}" presName="parTx" presStyleLbl="revTx" presStyleIdx="0" presStyleCnt="6">
        <dgm:presLayoutVars>
          <dgm:chMax val="0"/>
          <dgm:chPref val="0"/>
        </dgm:presLayoutVars>
      </dgm:prSet>
      <dgm:spPr/>
    </dgm:pt>
    <dgm:pt modelId="{EFD15AB9-FA4D-458D-9015-993BBEC2AD5D}" type="pres">
      <dgm:prSet presAssocID="{091F96A6-7C47-4C66-9B02-53E09AA62785}" presName="sibTrans" presStyleCnt="0"/>
      <dgm:spPr/>
    </dgm:pt>
    <dgm:pt modelId="{3AC4A849-58D1-4917-A728-12B5F0FC592C}" type="pres">
      <dgm:prSet presAssocID="{88B10318-6E1B-471D-9411-E1D07C16B37B}" presName="compNode" presStyleCnt="0"/>
      <dgm:spPr/>
    </dgm:pt>
    <dgm:pt modelId="{9524D6DF-CF9B-449C-B630-4DD4C4A3FFA1}" type="pres">
      <dgm:prSet presAssocID="{88B10318-6E1B-471D-9411-E1D07C16B37B}" presName="bgRect" presStyleLbl="bgShp" presStyleIdx="1" presStyleCnt="6"/>
      <dgm:spPr/>
    </dgm:pt>
    <dgm:pt modelId="{63AB3CFC-6D03-4F22-8B79-405E608E2558}" type="pres">
      <dgm:prSet presAssocID="{88B10318-6E1B-471D-9411-E1D07C16B37B}" presName="iconRect" presStyleLbl="node1" presStyleIdx="1" presStyleCnt="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E919CFAF-6303-4EF5-877E-F31E0C1B7924}" type="pres">
      <dgm:prSet presAssocID="{88B10318-6E1B-471D-9411-E1D07C16B37B}" presName="spaceRect" presStyleCnt="0"/>
      <dgm:spPr/>
    </dgm:pt>
    <dgm:pt modelId="{F11BC0F9-342D-4F2C-9425-94679449B557}" type="pres">
      <dgm:prSet presAssocID="{88B10318-6E1B-471D-9411-E1D07C16B37B}" presName="parTx" presStyleLbl="revTx" presStyleIdx="1" presStyleCnt="6">
        <dgm:presLayoutVars>
          <dgm:chMax val="0"/>
          <dgm:chPref val="0"/>
        </dgm:presLayoutVars>
      </dgm:prSet>
      <dgm:spPr/>
    </dgm:pt>
    <dgm:pt modelId="{657B906C-5823-7A40-BEC4-5AA2F4B79AB3}" type="pres">
      <dgm:prSet presAssocID="{ABDC302C-7E00-42D8-BBD9-F5EC939AD348}" presName="sibTrans" presStyleCnt="0"/>
      <dgm:spPr/>
    </dgm:pt>
    <dgm:pt modelId="{0A18A785-DDBD-4ADB-8628-FC09F1A2A13B}" type="pres">
      <dgm:prSet presAssocID="{320A2CE0-B11C-417B-ACD8-1EFD10CDD16A}" presName="compNode" presStyleCnt="0"/>
      <dgm:spPr/>
    </dgm:pt>
    <dgm:pt modelId="{29D6D145-80A3-4493-B317-928F93F01087}" type="pres">
      <dgm:prSet presAssocID="{320A2CE0-B11C-417B-ACD8-1EFD10CDD16A}" presName="bgRect" presStyleLbl="bgShp" presStyleIdx="2" presStyleCnt="6"/>
      <dgm:spPr/>
    </dgm:pt>
    <dgm:pt modelId="{6F125876-25FA-4DEC-B6F4-866572BCF16F}" type="pres">
      <dgm:prSet presAssocID="{320A2CE0-B11C-417B-ACD8-1EFD10CDD16A}" presName="iconRect" presStyleLbl="node1" presStyleIdx="2" presStyleCnt="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9328B75F-345E-4405-9E91-A40A7FB61B8E}" type="pres">
      <dgm:prSet presAssocID="{320A2CE0-B11C-417B-ACD8-1EFD10CDD16A}" presName="spaceRect" presStyleCnt="0"/>
      <dgm:spPr/>
    </dgm:pt>
    <dgm:pt modelId="{EA2A39DF-1C10-47ED-A94F-1553E069AFAA}" type="pres">
      <dgm:prSet presAssocID="{320A2CE0-B11C-417B-ACD8-1EFD10CDD16A}" presName="parTx" presStyleLbl="revTx" presStyleIdx="2" presStyleCnt="6">
        <dgm:presLayoutVars>
          <dgm:chMax val="0"/>
          <dgm:chPref val="0"/>
        </dgm:presLayoutVars>
      </dgm:prSet>
      <dgm:spPr/>
    </dgm:pt>
    <dgm:pt modelId="{749D6936-708D-0544-AE5E-7E7108D584C6}" type="pres">
      <dgm:prSet presAssocID="{EF7266F3-9186-42EE-9DB3-26F163AFB0AF}" presName="sibTrans" presStyleCnt="0"/>
      <dgm:spPr/>
    </dgm:pt>
    <dgm:pt modelId="{BE7079C4-402A-D345-BA9E-BA829AB38B16}" type="pres">
      <dgm:prSet presAssocID="{8995B7DA-706C-D34C-AC60-E1F53DFA4D1D}" presName="compNode" presStyleCnt="0"/>
      <dgm:spPr/>
    </dgm:pt>
    <dgm:pt modelId="{88397540-617C-C64B-BED1-E7741F0F2E05}" type="pres">
      <dgm:prSet presAssocID="{8995B7DA-706C-D34C-AC60-E1F53DFA4D1D}" presName="bgRect" presStyleLbl="bgShp" presStyleIdx="3" presStyleCnt="6"/>
      <dgm:spPr/>
    </dgm:pt>
    <dgm:pt modelId="{730A0675-7A40-BC49-BAD2-1FBF376F38BB}" type="pres">
      <dgm:prSet presAssocID="{8995B7DA-706C-D34C-AC60-E1F53DFA4D1D}" presName="iconRect" presStyleLbl="node1" presStyleIdx="3" presStyleCnt="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D8CF5C5-03F6-9747-9422-013D82D560E9}" type="pres">
      <dgm:prSet presAssocID="{8995B7DA-706C-D34C-AC60-E1F53DFA4D1D}" presName="spaceRect" presStyleCnt="0"/>
      <dgm:spPr/>
    </dgm:pt>
    <dgm:pt modelId="{7D7E3DC4-CC5D-C44B-9F56-26453D822574}" type="pres">
      <dgm:prSet presAssocID="{8995B7DA-706C-D34C-AC60-E1F53DFA4D1D}" presName="parTx" presStyleLbl="revTx" presStyleIdx="3" presStyleCnt="6">
        <dgm:presLayoutVars>
          <dgm:chMax val="0"/>
          <dgm:chPref val="0"/>
        </dgm:presLayoutVars>
      </dgm:prSet>
      <dgm:spPr/>
    </dgm:pt>
    <dgm:pt modelId="{A0A62C5A-7AD6-AE48-913A-242420B6E67D}" type="pres">
      <dgm:prSet presAssocID="{21FFE8F7-1476-B944-A969-FF2F7B3760F1}" presName="sibTrans" presStyleCnt="0"/>
      <dgm:spPr/>
    </dgm:pt>
    <dgm:pt modelId="{B9CA1EAD-7186-B74B-BC9B-8CCB6518C9CF}" type="pres">
      <dgm:prSet presAssocID="{D98E3826-31F2-654B-B1DE-391945BCAE34}" presName="compNode" presStyleCnt="0"/>
      <dgm:spPr/>
    </dgm:pt>
    <dgm:pt modelId="{D4CC9167-6FA9-FF46-9D12-75D93F1F4124}" type="pres">
      <dgm:prSet presAssocID="{D98E3826-31F2-654B-B1DE-391945BCAE34}" presName="bgRect" presStyleLbl="bgShp" presStyleIdx="4" presStyleCnt="6"/>
      <dgm:spPr/>
    </dgm:pt>
    <dgm:pt modelId="{A2AD3DC5-2F80-284B-BBF8-BBF9728E8B1F}" type="pres">
      <dgm:prSet presAssocID="{D98E3826-31F2-654B-B1DE-391945BCAE34}" presName="iconRect" presStyleLbl="node1" presStyleIdx="4" presStyleCnt="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9034AD1-5132-5C4B-BC8E-D644A124B85F}" type="pres">
      <dgm:prSet presAssocID="{D98E3826-31F2-654B-B1DE-391945BCAE34}" presName="spaceRect" presStyleCnt="0"/>
      <dgm:spPr/>
    </dgm:pt>
    <dgm:pt modelId="{23F661A4-07EF-C744-9B52-CA7B5D054234}" type="pres">
      <dgm:prSet presAssocID="{D98E3826-31F2-654B-B1DE-391945BCAE34}" presName="parTx" presStyleLbl="revTx" presStyleIdx="4" presStyleCnt="6">
        <dgm:presLayoutVars>
          <dgm:chMax val="0"/>
          <dgm:chPref val="0"/>
        </dgm:presLayoutVars>
      </dgm:prSet>
      <dgm:spPr/>
    </dgm:pt>
    <dgm:pt modelId="{B952838F-4319-8749-A26D-FE2659C200C9}" type="pres">
      <dgm:prSet presAssocID="{FC12D0C1-EF55-6C49-BE90-BC46BF5EE182}" presName="sibTrans" presStyleCnt="0"/>
      <dgm:spPr/>
    </dgm:pt>
    <dgm:pt modelId="{64F373B2-9F21-E044-817E-82CE279D481B}" type="pres">
      <dgm:prSet presAssocID="{A7678C7D-B58B-0B49-A360-7C61884A25F6}" presName="compNode" presStyleCnt="0"/>
      <dgm:spPr/>
    </dgm:pt>
    <dgm:pt modelId="{E5EA4DDE-E44F-6646-B4B6-230A93DE2FED}" type="pres">
      <dgm:prSet presAssocID="{A7678C7D-B58B-0B49-A360-7C61884A25F6}" presName="bgRect" presStyleLbl="bgShp" presStyleIdx="5" presStyleCnt="6"/>
      <dgm:spPr/>
    </dgm:pt>
    <dgm:pt modelId="{533873E3-F2F0-914C-9B2F-14DA90BEC370}" type="pres">
      <dgm:prSet presAssocID="{A7678C7D-B58B-0B49-A360-7C61884A25F6}" presName="iconRect" presStyleLbl="node1" presStyleIdx="5" presStyleCnt="6"/>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83660D47-1977-934B-8235-9381F65D87FB}" type="pres">
      <dgm:prSet presAssocID="{A7678C7D-B58B-0B49-A360-7C61884A25F6}" presName="spaceRect" presStyleCnt="0"/>
      <dgm:spPr/>
    </dgm:pt>
    <dgm:pt modelId="{92D4AB00-116A-AA47-8CD9-33E726317C36}" type="pres">
      <dgm:prSet presAssocID="{A7678C7D-B58B-0B49-A360-7C61884A25F6}" presName="parTx" presStyleLbl="revTx" presStyleIdx="5" presStyleCnt="6">
        <dgm:presLayoutVars>
          <dgm:chMax val="0"/>
          <dgm:chPref val="0"/>
        </dgm:presLayoutVars>
      </dgm:prSet>
      <dgm:spPr/>
    </dgm:pt>
  </dgm:ptLst>
  <dgm:cxnLst>
    <dgm:cxn modelId="{EF7D3212-2CF0-E742-92BA-014F0E47E1A1}" type="presOf" srcId="{320A2CE0-B11C-417B-ACD8-1EFD10CDD16A}" destId="{EA2A39DF-1C10-47ED-A94F-1553E069AFAA}" srcOrd="0" destOrd="0" presId="urn:microsoft.com/office/officeart/2018/2/layout/IconVerticalSolidList"/>
    <dgm:cxn modelId="{2150622C-B880-9143-96C5-457AF841C93F}" srcId="{3E9955EC-C35E-4372-9661-636727AE7391}" destId="{8995B7DA-706C-D34C-AC60-E1F53DFA4D1D}" srcOrd="3" destOrd="0" parTransId="{9056D60A-FAED-1942-AC37-67B75CEFF8A0}" sibTransId="{21FFE8F7-1476-B944-A969-FF2F7B3760F1}"/>
    <dgm:cxn modelId="{05AF9F36-05CB-43F7-93AF-A22AEDCDFB3D}" srcId="{3E9955EC-C35E-4372-9661-636727AE7391}" destId="{F380BCBD-8F3E-452C-ACFF-454E9530D332}" srcOrd="0" destOrd="0" parTransId="{49B36998-8C00-4749-9F34-E9840A466FBC}" sibTransId="{091F96A6-7C47-4C66-9B02-53E09AA62785}"/>
    <dgm:cxn modelId="{8E00F051-B23E-4C41-9A64-458B63E59C9B}" type="presOf" srcId="{88B10318-6E1B-471D-9411-E1D07C16B37B}" destId="{F11BC0F9-342D-4F2C-9425-94679449B557}" srcOrd="0" destOrd="0" presId="urn:microsoft.com/office/officeart/2018/2/layout/IconVerticalSolidList"/>
    <dgm:cxn modelId="{64BA8A5A-E71A-7D4A-866C-E8E40D11215C}" type="presOf" srcId="{D98E3826-31F2-654B-B1DE-391945BCAE34}" destId="{23F661A4-07EF-C744-9B52-CA7B5D054234}" srcOrd="0" destOrd="0" presId="urn:microsoft.com/office/officeart/2018/2/layout/IconVerticalSolidList"/>
    <dgm:cxn modelId="{191E9880-196A-C546-8871-BD5815A16B4E}" type="presOf" srcId="{A7678C7D-B58B-0B49-A360-7C61884A25F6}" destId="{92D4AB00-116A-AA47-8CD9-33E726317C36}" srcOrd="0" destOrd="0" presId="urn:microsoft.com/office/officeart/2018/2/layout/IconVerticalSolidList"/>
    <dgm:cxn modelId="{D3D5778E-FD3C-5045-BE9F-B825A4D3BAB4}" type="presOf" srcId="{8995B7DA-706C-D34C-AC60-E1F53DFA4D1D}" destId="{7D7E3DC4-CC5D-C44B-9F56-26453D822574}" srcOrd="0" destOrd="0" presId="urn:microsoft.com/office/officeart/2018/2/layout/IconVerticalSolidList"/>
    <dgm:cxn modelId="{34B7DEA8-B80E-4934-B834-9A2FA40C8401}" srcId="{3E9955EC-C35E-4372-9661-636727AE7391}" destId="{88B10318-6E1B-471D-9411-E1D07C16B37B}" srcOrd="1" destOrd="0" parTransId="{35B785DA-0966-43D4-8F58-2E479378CFD2}" sibTransId="{ABDC302C-7E00-42D8-BBD9-F5EC939AD348}"/>
    <dgm:cxn modelId="{55427AA9-7010-814E-BB12-BDA3A7D339E7}" srcId="{3E9955EC-C35E-4372-9661-636727AE7391}" destId="{D98E3826-31F2-654B-B1DE-391945BCAE34}" srcOrd="4" destOrd="0" parTransId="{1470A4BF-B96C-EB4B-8884-A9F90C03C942}" sibTransId="{FC12D0C1-EF55-6C49-BE90-BC46BF5EE182}"/>
    <dgm:cxn modelId="{619D4CAC-BA81-4AD0-BD00-38F11AFAB415}" type="presOf" srcId="{3E9955EC-C35E-4372-9661-636727AE7391}" destId="{EAEEAA65-5429-4AA7-B274-7322EE851A99}" srcOrd="0" destOrd="0" presId="urn:microsoft.com/office/officeart/2018/2/layout/IconVerticalSolidList"/>
    <dgm:cxn modelId="{2E078AC7-494D-4E03-9808-8B5DA5BEC22F}" srcId="{3E9955EC-C35E-4372-9661-636727AE7391}" destId="{320A2CE0-B11C-417B-ACD8-1EFD10CDD16A}" srcOrd="2" destOrd="0" parTransId="{8AEF8D8D-07A8-4D70-A232-BDE6BA3B9893}" sibTransId="{EF7266F3-9186-42EE-9DB3-26F163AFB0AF}"/>
    <dgm:cxn modelId="{962D06D9-E775-6F45-BFA4-F5D84A35280C}" type="presOf" srcId="{F380BCBD-8F3E-452C-ACFF-454E9530D332}" destId="{2C3CB3F0-FED6-462C-8221-05BE9981ACF2}" srcOrd="0" destOrd="0" presId="urn:microsoft.com/office/officeart/2018/2/layout/IconVerticalSolidList"/>
    <dgm:cxn modelId="{123869EA-EC3D-8C40-8826-9ED24EA69D79}" srcId="{3E9955EC-C35E-4372-9661-636727AE7391}" destId="{A7678C7D-B58B-0B49-A360-7C61884A25F6}" srcOrd="5" destOrd="0" parTransId="{699EB002-75B6-2248-AA7F-2AB5E74F2EA9}" sibTransId="{DCA30B35-5FCB-B744-B424-0868967D7151}"/>
    <dgm:cxn modelId="{F2DC15A8-2292-7443-835D-1A5F2546B624}" type="presParOf" srcId="{EAEEAA65-5429-4AA7-B274-7322EE851A99}" destId="{8844649B-5317-4B5B-98EB-BF600BD71FAE}" srcOrd="0" destOrd="0" presId="urn:microsoft.com/office/officeart/2018/2/layout/IconVerticalSolidList"/>
    <dgm:cxn modelId="{85101B9E-3FBD-294B-88FD-08120841E5EE}" type="presParOf" srcId="{8844649B-5317-4B5B-98EB-BF600BD71FAE}" destId="{897ACD4F-171A-4A24-9459-FF4C83260A8C}" srcOrd="0" destOrd="0" presId="urn:microsoft.com/office/officeart/2018/2/layout/IconVerticalSolidList"/>
    <dgm:cxn modelId="{6D84B5CD-3977-E945-9F9B-B3F194FB41CD}" type="presParOf" srcId="{8844649B-5317-4B5B-98EB-BF600BD71FAE}" destId="{3290D437-1C05-446D-BC5D-34E55DC1A70D}" srcOrd="1" destOrd="0" presId="urn:microsoft.com/office/officeart/2018/2/layout/IconVerticalSolidList"/>
    <dgm:cxn modelId="{C049A6E6-E3A6-CE4C-88D9-5F18AAFECF14}" type="presParOf" srcId="{8844649B-5317-4B5B-98EB-BF600BD71FAE}" destId="{53388AE2-3B11-4F53-BCD4-F5B23D2DFFA6}" srcOrd="2" destOrd="0" presId="urn:microsoft.com/office/officeart/2018/2/layout/IconVerticalSolidList"/>
    <dgm:cxn modelId="{B6A46FA0-65A7-9B45-818A-865DA16D5151}" type="presParOf" srcId="{8844649B-5317-4B5B-98EB-BF600BD71FAE}" destId="{2C3CB3F0-FED6-462C-8221-05BE9981ACF2}" srcOrd="3" destOrd="0" presId="urn:microsoft.com/office/officeart/2018/2/layout/IconVerticalSolidList"/>
    <dgm:cxn modelId="{C66CE24F-F5B1-7044-B246-A2068F5B04CF}" type="presParOf" srcId="{EAEEAA65-5429-4AA7-B274-7322EE851A99}" destId="{EFD15AB9-FA4D-458D-9015-993BBEC2AD5D}" srcOrd="1" destOrd="0" presId="urn:microsoft.com/office/officeart/2018/2/layout/IconVerticalSolidList"/>
    <dgm:cxn modelId="{47BFA625-DFF7-4942-9D64-38DD718B2511}" type="presParOf" srcId="{EAEEAA65-5429-4AA7-B274-7322EE851A99}" destId="{3AC4A849-58D1-4917-A728-12B5F0FC592C}" srcOrd="2" destOrd="0" presId="urn:microsoft.com/office/officeart/2018/2/layout/IconVerticalSolidList"/>
    <dgm:cxn modelId="{BBFC75D9-2148-E444-96AA-7F5497AE4472}" type="presParOf" srcId="{3AC4A849-58D1-4917-A728-12B5F0FC592C}" destId="{9524D6DF-CF9B-449C-B630-4DD4C4A3FFA1}" srcOrd="0" destOrd="0" presId="urn:microsoft.com/office/officeart/2018/2/layout/IconVerticalSolidList"/>
    <dgm:cxn modelId="{678BEDC7-5561-1048-88C8-0AE0D52CE161}" type="presParOf" srcId="{3AC4A849-58D1-4917-A728-12B5F0FC592C}" destId="{63AB3CFC-6D03-4F22-8B79-405E608E2558}" srcOrd="1" destOrd="0" presId="urn:microsoft.com/office/officeart/2018/2/layout/IconVerticalSolidList"/>
    <dgm:cxn modelId="{2368189E-D161-8646-A4A4-E5163A4ADAD4}" type="presParOf" srcId="{3AC4A849-58D1-4917-A728-12B5F0FC592C}" destId="{E919CFAF-6303-4EF5-877E-F31E0C1B7924}" srcOrd="2" destOrd="0" presId="urn:microsoft.com/office/officeart/2018/2/layout/IconVerticalSolidList"/>
    <dgm:cxn modelId="{E770920A-D94C-1F4F-B36A-F345788AAF15}" type="presParOf" srcId="{3AC4A849-58D1-4917-A728-12B5F0FC592C}" destId="{F11BC0F9-342D-4F2C-9425-94679449B557}" srcOrd="3" destOrd="0" presId="urn:microsoft.com/office/officeart/2018/2/layout/IconVerticalSolidList"/>
    <dgm:cxn modelId="{FC348630-583E-E64A-A612-6191EB496465}" type="presParOf" srcId="{EAEEAA65-5429-4AA7-B274-7322EE851A99}" destId="{657B906C-5823-7A40-BEC4-5AA2F4B79AB3}" srcOrd="3" destOrd="0" presId="urn:microsoft.com/office/officeart/2018/2/layout/IconVerticalSolidList"/>
    <dgm:cxn modelId="{9053D8EE-D35C-1746-B0D0-7C0CF79A0AA0}" type="presParOf" srcId="{EAEEAA65-5429-4AA7-B274-7322EE851A99}" destId="{0A18A785-DDBD-4ADB-8628-FC09F1A2A13B}" srcOrd="4" destOrd="0" presId="urn:microsoft.com/office/officeart/2018/2/layout/IconVerticalSolidList"/>
    <dgm:cxn modelId="{5A935347-0456-EF43-AC14-1311FF85C0A8}" type="presParOf" srcId="{0A18A785-DDBD-4ADB-8628-FC09F1A2A13B}" destId="{29D6D145-80A3-4493-B317-928F93F01087}" srcOrd="0" destOrd="0" presId="urn:microsoft.com/office/officeart/2018/2/layout/IconVerticalSolidList"/>
    <dgm:cxn modelId="{6AC3F00E-3BF5-9C4B-BD93-4DC27C51CEF2}" type="presParOf" srcId="{0A18A785-DDBD-4ADB-8628-FC09F1A2A13B}" destId="{6F125876-25FA-4DEC-B6F4-866572BCF16F}" srcOrd="1" destOrd="0" presId="urn:microsoft.com/office/officeart/2018/2/layout/IconVerticalSolidList"/>
    <dgm:cxn modelId="{CE029191-8CDA-0546-BD77-A44C30763057}" type="presParOf" srcId="{0A18A785-DDBD-4ADB-8628-FC09F1A2A13B}" destId="{9328B75F-345E-4405-9E91-A40A7FB61B8E}" srcOrd="2" destOrd="0" presId="urn:microsoft.com/office/officeart/2018/2/layout/IconVerticalSolidList"/>
    <dgm:cxn modelId="{9B7FD625-9F01-4846-89B0-90A3409A70B2}" type="presParOf" srcId="{0A18A785-DDBD-4ADB-8628-FC09F1A2A13B}" destId="{EA2A39DF-1C10-47ED-A94F-1553E069AFAA}" srcOrd="3" destOrd="0" presId="urn:microsoft.com/office/officeart/2018/2/layout/IconVerticalSolidList"/>
    <dgm:cxn modelId="{F1F55542-CC94-394A-8D64-C64B2957DFDE}" type="presParOf" srcId="{EAEEAA65-5429-4AA7-B274-7322EE851A99}" destId="{749D6936-708D-0544-AE5E-7E7108D584C6}" srcOrd="5" destOrd="0" presId="urn:microsoft.com/office/officeart/2018/2/layout/IconVerticalSolidList"/>
    <dgm:cxn modelId="{0221F86A-9896-6F48-8EF9-877FA0C38242}" type="presParOf" srcId="{EAEEAA65-5429-4AA7-B274-7322EE851A99}" destId="{BE7079C4-402A-D345-BA9E-BA829AB38B16}" srcOrd="6" destOrd="0" presId="urn:microsoft.com/office/officeart/2018/2/layout/IconVerticalSolidList"/>
    <dgm:cxn modelId="{8EF37F7F-D108-7143-8F64-14B49F4484D2}" type="presParOf" srcId="{BE7079C4-402A-D345-BA9E-BA829AB38B16}" destId="{88397540-617C-C64B-BED1-E7741F0F2E05}" srcOrd="0" destOrd="0" presId="urn:microsoft.com/office/officeart/2018/2/layout/IconVerticalSolidList"/>
    <dgm:cxn modelId="{2CD692B8-5C5F-2B40-95AB-2350BB84C7AD}" type="presParOf" srcId="{BE7079C4-402A-D345-BA9E-BA829AB38B16}" destId="{730A0675-7A40-BC49-BAD2-1FBF376F38BB}" srcOrd="1" destOrd="0" presId="urn:microsoft.com/office/officeart/2018/2/layout/IconVerticalSolidList"/>
    <dgm:cxn modelId="{2F9E3C7E-0126-C04C-9588-D399EAD9B26D}" type="presParOf" srcId="{BE7079C4-402A-D345-BA9E-BA829AB38B16}" destId="{5D8CF5C5-03F6-9747-9422-013D82D560E9}" srcOrd="2" destOrd="0" presId="urn:microsoft.com/office/officeart/2018/2/layout/IconVerticalSolidList"/>
    <dgm:cxn modelId="{0F47FC21-7F06-734C-8251-C6B7D484DE7C}" type="presParOf" srcId="{BE7079C4-402A-D345-BA9E-BA829AB38B16}" destId="{7D7E3DC4-CC5D-C44B-9F56-26453D822574}" srcOrd="3" destOrd="0" presId="urn:microsoft.com/office/officeart/2018/2/layout/IconVerticalSolidList"/>
    <dgm:cxn modelId="{036B244A-98E6-754C-A3ED-C8FD9D6CD0FC}" type="presParOf" srcId="{EAEEAA65-5429-4AA7-B274-7322EE851A99}" destId="{A0A62C5A-7AD6-AE48-913A-242420B6E67D}" srcOrd="7" destOrd="0" presId="urn:microsoft.com/office/officeart/2018/2/layout/IconVerticalSolidList"/>
    <dgm:cxn modelId="{8BBD41A6-91F3-814B-A1EB-3C747C96FBFD}" type="presParOf" srcId="{EAEEAA65-5429-4AA7-B274-7322EE851A99}" destId="{B9CA1EAD-7186-B74B-BC9B-8CCB6518C9CF}" srcOrd="8" destOrd="0" presId="urn:microsoft.com/office/officeart/2018/2/layout/IconVerticalSolidList"/>
    <dgm:cxn modelId="{CBA60D41-6E30-6649-9179-7AC557F13FA8}" type="presParOf" srcId="{B9CA1EAD-7186-B74B-BC9B-8CCB6518C9CF}" destId="{D4CC9167-6FA9-FF46-9D12-75D93F1F4124}" srcOrd="0" destOrd="0" presId="urn:microsoft.com/office/officeart/2018/2/layout/IconVerticalSolidList"/>
    <dgm:cxn modelId="{C9FF2923-E1BB-1F4C-9351-95842C45F4EF}" type="presParOf" srcId="{B9CA1EAD-7186-B74B-BC9B-8CCB6518C9CF}" destId="{A2AD3DC5-2F80-284B-BBF8-BBF9728E8B1F}" srcOrd="1" destOrd="0" presId="urn:microsoft.com/office/officeart/2018/2/layout/IconVerticalSolidList"/>
    <dgm:cxn modelId="{3D20D829-D115-7E41-805D-8EE4AA90F189}" type="presParOf" srcId="{B9CA1EAD-7186-B74B-BC9B-8CCB6518C9CF}" destId="{59034AD1-5132-5C4B-BC8E-D644A124B85F}" srcOrd="2" destOrd="0" presId="urn:microsoft.com/office/officeart/2018/2/layout/IconVerticalSolidList"/>
    <dgm:cxn modelId="{E42073CB-BAB0-1D4D-8B9D-67BEE82F15E5}" type="presParOf" srcId="{B9CA1EAD-7186-B74B-BC9B-8CCB6518C9CF}" destId="{23F661A4-07EF-C744-9B52-CA7B5D054234}" srcOrd="3" destOrd="0" presId="urn:microsoft.com/office/officeart/2018/2/layout/IconVerticalSolidList"/>
    <dgm:cxn modelId="{0D4F7E3B-CC68-424F-A0AC-0C7CC83C45CA}" type="presParOf" srcId="{EAEEAA65-5429-4AA7-B274-7322EE851A99}" destId="{B952838F-4319-8749-A26D-FE2659C200C9}" srcOrd="9" destOrd="0" presId="urn:microsoft.com/office/officeart/2018/2/layout/IconVerticalSolidList"/>
    <dgm:cxn modelId="{D9A2F039-E7E7-6641-BEF4-0D82F6B2CB71}" type="presParOf" srcId="{EAEEAA65-5429-4AA7-B274-7322EE851A99}" destId="{64F373B2-9F21-E044-817E-82CE279D481B}" srcOrd="10" destOrd="0" presId="urn:microsoft.com/office/officeart/2018/2/layout/IconVerticalSolidList"/>
    <dgm:cxn modelId="{8527800F-7E12-4746-8807-A2C87C8F26BB}" type="presParOf" srcId="{64F373B2-9F21-E044-817E-82CE279D481B}" destId="{E5EA4DDE-E44F-6646-B4B6-230A93DE2FED}" srcOrd="0" destOrd="0" presId="urn:microsoft.com/office/officeart/2018/2/layout/IconVerticalSolidList"/>
    <dgm:cxn modelId="{2C905801-F509-9046-9F00-7282F6825F68}" type="presParOf" srcId="{64F373B2-9F21-E044-817E-82CE279D481B}" destId="{533873E3-F2F0-914C-9B2F-14DA90BEC370}" srcOrd="1" destOrd="0" presId="urn:microsoft.com/office/officeart/2018/2/layout/IconVerticalSolidList"/>
    <dgm:cxn modelId="{C08BEFE7-C1AC-BC40-A9A5-0012E8167537}" type="presParOf" srcId="{64F373B2-9F21-E044-817E-82CE279D481B}" destId="{83660D47-1977-934B-8235-9381F65D87FB}" srcOrd="2" destOrd="0" presId="urn:microsoft.com/office/officeart/2018/2/layout/IconVerticalSolidList"/>
    <dgm:cxn modelId="{B85239B9-5C85-A246-B658-676DA0619BC0}" type="presParOf" srcId="{64F373B2-9F21-E044-817E-82CE279D481B}" destId="{92D4AB00-116A-AA47-8CD9-33E726317C3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E9955EC-C35E-4372-9661-636727AE739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380BCBD-8F3E-452C-ACFF-454E9530D332}">
      <dgm:prSet/>
      <dgm:spPr/>
      <dgm:t>
        <a:bodyPr/>
        <a:lstStyle/>
        <a:p>
          <a:pPr>
            <a:lnSpc>
              <a:spcPct val="100000"/>
            </a:lnSpc>
          </a:pPr>
          <a:r>
            <a:rPr lang="en-US" b="1" dirty="0"/>
            <a:t>Root directory: </a:t>
          </a:r>
          <a:r>
            <a:rPr lang="en-US" dirty="0"/>
            <a:t>Contains </a:t>
          </a:r>
          <a:r>
            <a:rPr lang="en-US" dirty="0" err="1"/>
            <a:t>main.tf</a:t>
          </a:r>
          <a:r>
            <a:rPr lang="en-US" dirty="0"/>
            <a:t>, </a:t>
          </a:r>
          <a:r>
            <a:rPr lang="en-US" dirty="0" err="1"/>
            <a:t>variables.tf</a:t>
          </a:r>
          <a:r>
            <a:rPr lang="en-US" dirty="0"/>
            <a:t>, and </a:t>
          </a:r>
          <a:r>
            <a:rPr lang="en-US" dirty="0" err="1"/>
            <a:t>outputs.tf</a:t>
          </a:r>
          <a:r>
            <a:rPr lang="en-US" dirty="0"/>
            <a:t>.</a:t>
          </a:r>
        </a:p>
      </dgm:t>
    </dgm:pt>
    <dgm:pt modelId="{49B36998-8C00-4749-9F34-E9840A466FBC}" type="parTrans" cxnId="{05AF9F36-05CB-43F7-93AF-A22AEDCDFB3D}">
      <dgm:prSet/>
      <dgm:spPr/>
      <dgm:t>
        <a:bodyPr/>
        <a:lstStyle/>
        <a:p>
          <a:endParaRPr lang="en-US"/>
        </a:p>
      </dgm:t>
    </dgm:pt>
    <dgm:pt modelId="{091F96A6-7C47-4C66-9B02-53E09AA62785}" type="sibTrans" cxnId="{05AF9F36-05CB-43F7-93AF-A22AEDCDFB3D}">
      <dgm:prSet/>
      <dgm:spPr/>
      <dgm:t>
        <a:bodyPr/>
        <a:lstStyle/>
        <a:p>
          <a:endParaRPr lang="en-US"/>
        </a:p>
      </dgm:t>
    </dgm:pt>
    <dgm:pt modelId="{88B10318-6E1B-471D-9411-E1D07C16B37B}">
      <dgm:prSet/>
      <dgm:spPr/>
      <dgm:t>
        <a:bodyPr/>
        <a:lstStyle/>
        <a:p>
          <a:pPr>
            <a:lnSpc>
              <a:spcPct val="100000"/>
            </a:lnSpc>
          </a:pPr>
          <a:r>
            <a:rPr lang="en-US" b="1" dirty="0" err="1"/>
            <a:t>README.md</a:t>
          </a:r>
          <a:r>
            <a:rPr lang="en-US" b="1" dirty="0"/>
            <a:t>:</a:t>
          </a:r>
          <a:r>
            <a:rPr lang="en-US" dirty="0"/>
            <a:t> Essential documentation for the module.</a:t>
          </a:r>
        </a:p>
      </dgm:t>
    </dgm:pt>
    <dgm:pt modelId="{35B785DA-0966-43D4-8F58-2E479378CFD2}" type="parTrans" cxnId="{34B7DEA8-B80E-4934-B834-9A2FA40C8401}">
      <dgm:prSet/>
      <dgm:spPr/>
      <dgm:t>
        <a:bodyPr/>
        <a:lstStyle/>
        <a:p>
          <a:endParaRPr lang="en-US"/>
        </a:p>
      </dgm:t>
    </dgm:pt>
    <dgm:pt modelId="{ABDC302C-7E00-42D8-BBD9-F5EC939AD348}" type="sibTrans" cxnId="{34B7DEA8-B80E-4934-B834-9A2FA40C8401}">
      <dgm:prSet/>
      <dgm:spPr/>
      <dgm:t>
        <a:bodyPr/>
        <a:lstStyle/>
        <a:p>
          <a:endParaRPr lang="en-US"/>
        </a:p>
      </dgm:t>
    </dgm:pt>
    <dgm:pt modelId="{320A2CE0-B11C-417B-ACD8-1EFD10CDD16A}">
      <dgm:prSet/>
      <dgm:spPr/>
      <dgm:t>
        <a:bodyPr/>
        <a:lstStyle/>
        <a:p>
          <a:pPr>
            <a:lnSpc>
              <a:spcPct val="100000"/>
            </a:lnSpc>
          </a:pPr>
          <a:r>
            <a:rPr lang="en-US" b="1" dirty="0"/>
            <a:t>LICENSE:</a:t>
          </a:r>
          <a:r>
            <a:rPr lang="en-US" dirty="0"/>
            <a:t> (Optional) Legal terms for module usage.</a:t>
          </a:r>
        </a:p>
      </dgm:t>
    </dgm:pt>
    <dgm:pt modelId="{8AEF8D8D-07A8-4D70-A232-BDE6BA3B9893}" type="parTrans" cxnId="{2E078AC7-494D-4E03-9808-8B5DA5BEC22F}">
      <dgm:prSet/>
      <dgm:spPr/>
      <dgm:t>
        <a:bodyPr/>
        <a:lstStyle/>
        <a:p>
          <a:endParaRPr lang="en-US"/>
        </a:p>
      </dgm:t>
    </dgm:pt>
    <dgm:pt modelId="{EF7266F3-9186-42EE-9DB3-26F163AFB0AF}" type="sibTrans" cxnId="{2E078AC7-494D-4E03-9808-8B5DA5BEC22F}">
      <dgm:prSet/>
      <dgm:spPr/>
      <dgm:t>
        <a:bodyPr/>
        <a:lstStyle/>
        <a:p>
          <a:endParaRPr lang="en-US"/>
        </a:p>
      </dgm:t>
    </dgm:pt>
    <dgm:pt modelId="{8995B7DA-706C-D34C-AC60-E1F53DFA4D1D}">
      <dgm:prSet/>
      <dgm:spPr/>
      <dgm:t>
        <a:bodyPr/>
        <a:lstStyle/>
        <a:p>
          <a:pPr>
            <a:lnSpc>
              <a:spcPct val="100000"/>
            </a:lnSpc>
          </a:pPr>
          <a:r>
            <a:rPr lang="en-US" b="1" dirty="0"/>
            <a:t>examples/: </a:t>
          </a:r>
          <a:r>
            <a:rPr lang="en-US" dirty="0"/>
            <a:t>(Optional) Subdirectories with sample configurations showing how to use the module.</a:t>
          </a:r>
          <a:endParaRPr lang="en-US" b="1" dirty="0"/>
        </a:p>
      </dgm:t>
    </dgm:pt>
    <dgm:pt modelId="{9056D60A-FAED-1942-AC37-67B75CEFF8A0}" type="parTrans" cxnId="{2150622C-B880-9143-96C5-457AF841C93F}">
      <dgm:prSet/>
      <dgm:spPr/>
      <dgm:t>
        <a:bodyPr/>
        <a:lstStyle/>
        <a:p>
          <a:endParaRPr lang="en-US"/>
        </a:p>
      </dgm:t>
    </dgm:pt>
    <dgm:pt modelId="{21FFE8F7-1476-B944-A969-FF2F7B3760F1}" type="sibTrans" cxnId="{2150622C-B880-9143-96C5-457AF841C93F}">
      <dgm:prSet/>
      <dgm:spPr/>
      <dgm:t>
        <a:bodyPr/>
        <a:lstStyle/>
        <a:p>
          <a:endParaRPr lang="en-US"/>
        </a:p>
      </dgm:t>
    </dgm:pt>
    <dgm:pt modelId="{E9410E23-FE9A-BE45-A751-7130EAA30A97}">
      <dgm:prSet/>
      <dgm:spPr/>
      <dgm:t>
        <a:bodyPr/>
        <a:lstStyle/>
        <a:p>
          <a:pPr>
            <a:lnSpc>
              <a:spcPct val="100000"/>
            </a:lnSpc>
          </a:pPr>
          <a:r>
            <a:rPr lang="en-US" b="1"/>
            <a:t>modules/: </a:t>
          </a:r>
          <a:r>
            <a:rPr lang="en-US"/>
            <a:t>(Optional) Internal sub-modules used only by the parent module.</a:t>
          </a:r>
          <a:endParaRPr lang="en-US" dirty="0"/>
        </a:p>
      </dgm:t>
    </dgm:pt>
    <dgm:pt modelId="{D6CD9D74-4A83-B944-903C-9EC46A2A66E5}" type="parTrans" cxnId="{78CCFEB0-8B67-5241-9E39-26F20E0C5FF3}">
      <dgm:prSet/>
      <dgm:spPr/>
      <dgm:t>
        <a:bodyPr/>
        <a:lstStyle/>
        <a:p>
          <a:endParaRPr lang="en-US"/>
        </a:p>
      </dgm:t>
    </dgm:pt>
    <dgm:pt modelId="{FBC85727-C3B8-D042-B294-55DA76D7DE2F}" type="sibTrans" cxnId="{78CCFEB0-8B67-5241-9E39-26F20E0C5FF3}">
      <dgm:prSet/>
      <dgm:spPr/>
      <dgm:t>
        <a:bodyPr/>
        <a:lstStyle/>
        <a:p>
          <a:endParaRPr lang="en-US"/>
        </a:p>
      </dgm:t>
    </dgm:pt>
    <dgm:pt modelId="{EAEEAA65-5429-4AA7-B274-7322EE851A99}" type="pres">
      <dgm:prSet presAssocID="{3E9955EC-C35E-4372-9661-636727AE7391}" presName="root" presStyleCnt="0">
        <dgm:presLayoutVars>
          <dgm:dir/>
          <dgm:resizeHandles val="exact"/>
        </dgm:presLayoutVars>
      </dgm:prSet>
      <dgm:spPr/>
    </dgm:pt>
    <dgm:pt modelId="{8844649B-5317-4B5B-98EB-BF600BD71FAE}" type="pres">
      <dgm:prSet presAssocID="{F380BCBD-8F3E-452C-ACFF-454E9530D332}" presName="compNode" presStyleCnt="0"/>
      <dgm:spPr/>
    </dgm:pt>
    <dgm:pt modelId="{897ACD4F-171A-4A24-9459-FF4C83260A8C}" type="pres">
      <dgm:prSet presAssocID="{F380BCBD-8F3E-452C-ACFF-454E9530D332}" presName="bgRect" presStyleLbl="bgShp" presStyleIdx="0" presStyleCnt="5"/>
      <dgm:spPr/>
    </dgm:pt>
    <dgm:pt modelId="{3290D437-1C05-446D-BC5D-34E55DC1A70D}" type="pres">
      <dgm:prSet presAssocID="{F380BCBD-8F3E-452C-ACFF-454E9530D332}"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3388AE2-3B11-4F53-BCD4-F5B23D2DFFA6}" type="pres">
      <dgm:prSet presAssocID="{F380BCBD-8F3E-452C-ACFF-454E9530D332}" presName="spaceRect" presStyleCnt="0"/>
      <dgm:spPr/>
    </dgm:pt>
    <dgm:pt modelId="{2C3CB3F0-FED6-462C-8221-05BE9981ACF2}" type="pres">
      <dgm:prSet presAssocID="{F380BCBD-8F3E-452C-ACFF-454E9530D332}" presName="parTx" presStyleLbl="revTx" presStyleIdx="0" presStyleCnt="5">
        <dgm:presLayoutVars>
          <dgm:chMax val="0"/>
          <dgm:chPref val="0"/>
        </dgm:presLayoutVars>
      </dgm:prSet>
      <dgm:spPr/>
    </dgm:pt>
    <dgm:pt modelId="{EFD15AB9-FA4D-458D-9015-993BBEC2AD5D}" type="pres">
      <dgm:prSet presAssocID="{091F96A6-7C47-4C66-9B02-53E09AA62785}" presName="sibTrans" presStyleCnt="0"/>
      <dgm:spPr/>
    </dgm:pt>
    <dgm:pt modelId="{3AC4A849-58D1-4917-A728-12B5F0FC592C}" type="pres">
      <dgm:prSet presAssocID="{88B10318-6E1B-471D-9411-E1D07C16B37B}" presName="compNode" presStyleCnt="0"/>
      <dgm:spPr/>
    </dgm:pt>
    <dgm:pt modelId="{9524D6DF-CF9B-449C-B630-4DD4C4A3FFA1}" type="pres">
      <dgm:prSet presAssocID="{88B10318-6E1B-471D-9411-E1D07C16B37B}" presName="bgRect" presStyleLbl="bgShp" presStyleIdx="1" presStyleCnt="5"/>
      <dgm:spPr/>
    </dgm:pt>
    <dgm:pt modelId="{63AB3CFC-6D03-4F22-8B79-405E608E2558}" type="pres">
      <dgm:prSet presAssocID="{88B10318-6E1B-471D-9411-E1D07C16B37B}" presName="iconRect" presStyleLbl="node1" presStyleIdx="1"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E919CFAF-6303-4EF5-877E-F31E0C1B7924}" type="pres">
      <dgm:prSet presAssocID="{88B10318-6E1B-471D-9411-E1D07C16B37B}" presName="spaceRect" presStyleCnt="0"/>
      <dgm:spPr/>
    </dgm:pt>
    <dgm:pt modelId="{F11BC0F9-342D-4F2C-9425-94679449B557}" type="pres">
      <dgm:prSet presAssocID="{88B10318-6E1B-471D-9411-E1D07C16B37B}" presName="parTx" presStyleLbl="revTx" presStyleIdx="1" presStyleCnt="5">
        <dgm:presLayoutVars>
          <dgm:chMax val="0"/>
          <dgm:chPref val="0"/>
        </dgm:presLayoutVars>
      </dgm:prSet>
      <dgm:spPr/>
    </dgm:pt>
    <dgm:pt modelId="{657B906C-5823-7A40-BEC4-5AA2F4B79AB3}" type="pres">
      <dgm:prSet presAssocID="{ABDC302C-7E00-42D8-BBD9-F5EC939AD348}" presName="sibTrans" presStyleCnt="0"/>
      <dgm:spPr/>
    </dgm:pt>
    <dgm:pt modelId="{0A18A785-DDBD-4ADB-8628-FC09F1A2A13B}" type="pres">
      <dgm:prSet presAssocID="{320A2CE0-B11C-417B-ACD8-1EFD10CDD16A}" presName="compNode" presStyleCnt="0"/>
      <dgm:spPr/>
    </dgm:pt>
    <dgm:pt modelId="{29D6D145-80A3-4493-B317-928F93F01087}" type="pres">
      <dgm:prSet presAssocID="{320A2CE0-B11C-417B-ACD8-1EFD10CDD16A}" presName="bgRect" presStyleLbl="bgShp" presStyleIdx="2" presStyleCnt="5"/>
      <dgm:spPr/>
    </dgm:pt>
    <dgm:pt modelId="{6F125876-25FA-4DEC-B6F4-866572BCF16F}" type="pres">
      <dgm:prSet presAssocID="{320A2CE0-B11C-417B-ACD8-1EFD10CDD16A}"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9328B75F-345E-4405-9E91-A40A7FB61B8E}" type="pres">
      <dgm:prSet presAssocID="{320A2CE0-B11C-417B-ACD8-1EFD10CDD16A}" presName="spaceRect" presStyleCnt="0"/>
      <dgm:spPr/>
    </dgm:pt>
    <dgm:pt modelId="{EA2A39DF-1C10-47ED-A94F-1553E069AFAA}" type="pres">
      <dgm:prSet presAssocID="{320A2CE0-B11C-417B-ACD8-1EFD10CDD16A}" presName="parTx" presStyleLbl="revTx" presStyleIdx="2" presStyleCnt="5">
        <dgm:presLayoutVars>
          <dgm:chMax val="0"/>
          <dgm:chPref val="0"/>
        </dgm:presLayoutVars>
      </dgm:prSet>
      <dgm:spPr/>
    </dgm:pt>
    <dgm:pt modelId="{749D6936-708D-0544-AE5E-7E7108D584C6}" type="pres">
      <dgm:prSet presAssocID="{EF7266F3-9186-42EE-9DB3-26F163AFB0AF}" presName="sibTrans" presStyleCnt="0"/>
      <dgm:spPr/>
    </dgm:pt>
    <dgm:pt modelId="{BE7079C4-402A-D345-BA9E-BA829AB38B16}" type="pres">
      <dgm:prSet presAssocID="{8995B7DA-706C-D34C-AC60-E1F53DFA4D1D}" presName="compNode" presStyleCnt="0"/>
      <dgm:spPr/>
    </dgm:pt>
    <dgm:pt modelId="{88397540-617C-C64B-BED1-E7741F0F2E05}" type="pres">
      <dgm:prSet presAssocID="{8995B7DA-706C-D34C-AC60-E1F53DFA4D1D}" presName="bgRect" presStyleLbl="bgShp" presStyleIdx="3" presStyleCnt="5"/>
      <dgm:spPr/>
    </dgm:pt>
    <dgm:pt modelId="{730A0675-7A40-BC49-BAD2-1FBF376F38BB}" type="pres">
      <dgm:prSet presAssocID="{8995B7DA-706C-D34C-AC60-E1F53DFA4D1D}"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D8CF5C5-03F6-9747-9422-013D82D560E9}" type="pres">
      <dgm:prSet presAssocID="{8995B7DA-706C-D34C-AC60-E1F53DFA4D1D}" presName="spaceRect" presStyleCnt="0"/>
      <dgm:spPr/>
    </dgm:pt>
    <dgm:pt modelId="{7D7E3DC4-CC5D-C44B-9F56-26453D822574}" type="pres">
      <dgm:prSet presAssocID="{8995B7DA-706C-D34C-AC60-E1F53DFA4D1D}" presName="parTx" presStyleLbl="revTx" presStyleIdx="3" presStyleCnt="5">
        <dgm:presLayoutVars>
          <dgm:chMax val="0"/>
          <dgm:chPref val="0"/>
        </dgm:presLayoutVars>
      </dgm:prSet>
      <dgm:spPr/>
    </dgm:pt>
    <dgm:pt modelId="{6773BFB8-9235-0E4B-B58D-1879913CD116}" type="pres">
      <dgm:prSet presAssocID="{21FFE8F7-1476-B944-A969-FF2F7B3760F1}" presName="sibTrans" presStyleCnt="0"/>
      <dgm:spPr/>
    </dgm:pt>
    <dgm:pt modelId="{39986D5C-D797-F949-9430-560155AD28BD}" type="pres">
      <dgm:prSet presAssocID="{E9410E23-FE9A-BE45-A751-7130EAA30A97}" presName="compNode" presStyleCnt="0"/>
      <dgm:spPr/>
    </dgm:pt>
    <dgm:pt modelId="{630D541F-ADF8-E248-9910-4E6C59492B2D}" type="pres">
      <dgm:prSet presAssocID="{E9410E23-FE9A-BE45-A751-7130EAA30A97}" presName="bgRect" presStyleLbl="bgShp" presStyleIdx="4" presStyleCnt="5"/>
      <dgm:spPr/>
    </dgm:pt>
    <dgm:pt modelId="{0DB8A135-B8ED-0F4F-AD59-0D3CF13D499C}" type="pres">
      <dgm:prSet presAssocID="{E9410E23-FE9A-BE45-A751-7130EAA30A97}"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3F858DF4-4A6C-E94A-A9BC-7626827A0F72}" type="pres">
      <dgm:prSet presAssocID="{E9410E23-FE9A-BE45-A751-7130EAA30A97}" presName="spaceRect" presStyleCnt="0"/>
      <dgm:spPr/>
    </dgm:pt>
    <dgm:pt modelId="{38CCDEAC-F5DD-404F-83E4-A5C9E620CF3A}" type="pres">
      <dgm:prSet presAssocID="{E9410E23-FE9A-BE45-A751-7130EAA30A97}" presName="parTx" presStyleLbl="revTx" presStyleIdx="4" presStyleCnt="5">
        <dgm:presLayoutVars>
          <dgm:chMax val="0"/>
          <dgm:chPref val="0"/>
        </dgm:presLayoutVars>
      </dgm:prSet>
      <dgm:spPr/>
    </dgm:pt>
  </dgm:ptLst>
  <dgm:cxnLst>
    <dgm:cxn modelId="{EF7D3212-2CF0-E742-92BA-014F0E47E1A1}" type="presOf" srcId="{320A2CE0-B11C-417B-ACD8-1EFD10CDD16A}" destId="{EA2A39DF-1C10-47ED-A94F-1553E069AFAA}" srcOrd="0" destOrd="0" presId="urn:microsoft.com/office/officeart/2018/2/layout/IconVerticalSolidList"/>
    <dgm:cxn modelId="{2150622C-B880-9143-96C5-457AF841C93F}" srcId="{3E9955EC-C35E-4372-9661-636727AE7391}" destId="{8995B7DA-706C-D34C-AC60-E1F53DFA4D1D}" srcOrd="3" destOrd="0" parTransId="{9056D60A-FAED-1942-AC37-67B75CEFF8A0}" sibTransId="{21FFE8F7-1476-B944-A969-FF2F7B3760F1}"/>
    <dgm:cxn modelId="{05AF9F36-05CB-43F7-93AF-A22AEDCDFB3D}" srcId="{3E9955EC-C35E-4372-9661-636727AE7391}" destId="{F380BCBD-8F3E-452C-ACFF-454E9530D332}" srcOrd="0" destOrd="0" parTransId="{49B36998-8C00-4749-9F34-E9840A466FBC}" sibTransId="{091F96A6-7C47-4C66-9B02-53E09AA62785}"/>
    <dgm:cxn modelId="{8E00F051-B23E-4C41-9A64-458B63E59C9B}" type="presOf" srcId="{88B10318-6E1B-471D-9411-E1D07C16B37B}" destId="{F11BC0F9-342D-4F2C-9425-94679449B557}" srcOrd="0" destOrd="0" presId="urn:microsoft.com/office/officeart/2018/2/layout/IconVerticalSolidList"/>
    <dgm:cxn modelId="{D3D5778E-FD3C-5045-BE9F-B825A4D3BAB4}" type="presOf" srcId="{8995B7DA-706C-D34C-AC60-E1F53DFA4D1D}" destId="{7D7E3DC4-CC5D-C44B-9F56-26453D822574}" srcOrd="0" destOrd="0" presId="urn:microsoft.com/office/officeart/2018/2/layout/IconVerticalSolidList"/>
    <dgm:cxn modelId="{34B7DEA8-B80E-4934-B834-9A2FA40C8401}" srcId="{3E9955EC-C35E-4372-9661-636727AE7391}" destId="{88B10318-6E1B-471D-9411-E1D07C16B37B}" srcOrd="1" destOrd="0" parTransId="{35B785DA-0966-43D4-8F58-2E479378CFD2}" sibTransId="{ABDC302C-7E00-42D8-BBD9-F5EC939AD348}"/>
    <dgm:cxn modelId="{619D4CAC-BA81-4AD0-BD00-38F11AFAB415}" type="presOf" srcId="{3E9955EC-C35E-4372-9661-636727AE7391}" destId="{EAEEAA65-5429-4AA7-B274-7322EE851A99}" srcOrd="0" destOrd="0" presId="urn:microsoft.com/office/officeart/2018/2/layout/IconVerticalSolidList"/>
    <dgm:cxn modelId="{78CCFEB0-8B67-5241-9E39-26F20E0C5FF3}" srcId="{3E9955EC-C35E-4372-9661-636727AE7391}" destId="{E9410E23-FE9A-BE45-A751-7130EAA30A97}" srcOrd="4" destOrd="0" parTransId="{D6CD9D74-4A83-B944-903C-9EC46A2A66E5}" sibTransId="{FBC85727-C3B8-D042-B294-55DA76D7DE2F}"/>
    <dgm:cxn modelId="{2E078AC7-494D-4E03-9808-8B5DA5BEC22F}" srcId="{3E9955EC-C35E-4372-9661-636727AE7391}" destId="{320A2CE0-B11C-417B-ACD8-1EFD10CDD16A}" srcOrd="2" destOrd="0" parTransId="{8AEF8D8D-07A8-4D70-A232-BDE6BA3B9893}" sibTransId="{EF7266F3-9186-42EE-9DB3-26F163AFB0AF}"/>
    <dgm:cxn modelId="{962D06D9-E775-6F45-BFA4-F5D84A35280C}" type="presOf" srcId="{F380BCBD-8F3E-452C-ACFF-454E9530D332}" destId="{2C3CB3F0-FED6-462C-8221-05BE9981ACF2}" srcOrd="0" destOrd="0" presId="urn:microsoft.com/office/officeart/2018/2/layout/IconVerticalSolidList"/>
    <dgm:cxn modelId="{2D01D8EA-CB5F-1445-8194-A590B1866C2D}" type="presOf" srcId="{E9410E23-FE9A-BE45-A751-7130EAA30A97}" destId="{38CCDEAC-F5DD-404F-83E4-A5C9E620CF3A}" srcOrd="0" destOrd="0" presId="urn:microsoft.com/office/officeart/2018/2/layout/IconVerticalSolidList"/>
    <dgm:cxn modelId="{F2DC15A8-2292-7443-835D-1A5F2546B624}" type="presParOf" srcId="{EAEEAA65-5429-4AA7-B274-7322EE851A99}" destId="{8844649B-5317-4B5B-98EB-BF600BD71FAE}" srcOrd="0" destOrd="0" presId="urn:microsoft.com/office/officeart/2018/2/layout/IconVerticalSolidList"/>
    <dgm:cxn modelId="{85101B9E-3FBD-294B-88FD-08120841E5EE}" type="presParOf" srcId="{8844649B-5317-4B5B-98EB-BF600BD71FAE}" destId="{897ACD4F-171A-4A24-9459-FF4C83260A8C}" srcOrd="0" destOrd="0" presId="urn:microsoft.com/office/officeart/2018/2/layout/IconVerticalSolidList"/>
    <dgm:cxn modelId="{6D84B5CD-3977-E945-9F9B-B3F194FB41CD}" type="presParOf" srcId="{8844649B-5317-4B5B-98EB-BF600BD71FAE}" destId="{3290D437-1C05-446D-BC5D-34E55DC1A70D}" srcOrd="1" destOrd="0" presId="urn:microsoft.com/office/officeart/2018/2/layout/IconVerticalSolidList"/>
    <dgm:cxn modelId="{C049A6E6-E3A6-CE4C-88D9-5F18AAFECF14}" type="presParOf" srcId="{8844649B-5317-4B5B-98EB-BF600BD71FAE}" destId="{53388AE2-3B11-4F53-BCD4-F5B23D2DFFA6}" srcOrd="2" destOrd="0" presId="urn:microsoft.com/office/officeart/2018/2/layout/IconVerticalSolidList"/>
    <dgm:cxn modelId="{B6A46FA0-65A7-9B45-818A-865DA16D5151}" type="presParOf" srcId="{8844649B-5317-4B5B-98EB-BF600BD71FAE}" destId="{2C3CB3F0-FED6-462C-8221-05BE9981ACF2}" srcOrd="3" destOrd="0" presId="urn:microsoft.com/office/officeart/2018/2/layout/IconVerticalSolidList"/>
    <dgm:cxn modelId="{C66CE24F-F5B1-7044-B246-A2068F5B04CF}" type="presParOf" srcId="{EAEEAA65-5429-4AA7-B274-7322EE851A99}" destId="{EFD15AB9-FA4D-458D-9015-993BBEC2AD5D}" srcOrd="1" destOrd="0" presId="urn:microsoft.com/office/officeart/2018/2/layout/IconVerticalSolidList"/>
    <dgm:cxn modelId="{47BFA625-DFF7-4942-9D64-38DD718B2511}" type="presParOf" srcId="{EAEEAA65-5429-4AA7-B274-7322EE851A99}" destId="{3AC4A849-58D1-4917-A728-12B5F0FC592C}" srcOrd="2" destOrd="0" presId="urn:microsoft.com/office/officeart/2018/2/layout/IconVerticalSolidList"/>
    <dgm:cxn modelId="{BBFC75D9-2148-E444-96AA-7F5497AE4472}" type="presParOf" srcId="{3AC4A849-58D1-4917-A728-12B5F0FC592C}" destId="{9524D6DF-CF9B-449C-B630-4DD4C4A3FFA1}" srcOrd="0" destOrd="0" presId="urn:microsoft.com/office/officeart/2018/2/layout/IconVerticalSolidList"/>
    <dgm:cxn modelId="{678BEDC7-5561-1048-88C8-0AE0D52CE161}" type="presParOf" srcId="{3AC4A849-58D1-4917-A728-12B5F0FC592C}" destId="{63AB3CFC-6D03-4F22-8B79-405E608E2558}" srcOrd="1" destOrd="0" presId="urn:microsoft.com/office/officeart/2018/2/layout/IconVerticalSolidList"/>
    <dgm:cxn modelId="{2368189E-D161-8646-A4A4-E5163A4ADAD4}" type="presParOf" srcId="{3AC4A849-58D1-4917-A728-12B5F0FC592C}" destId="{E919CFAF-6303-4EF5-877E-F31E0C1B7924}" srcOrd="2" destOrd="0" presId="urn:microsoft.com/office/officeart/2018/2/layout/IconVerticalSolidList"/>
    <dgm:cxn modelId="{E770920A-D94C-1F4F-B36A-F345788AAF15}" type="presParOf" srcId="{3AC4A849-58D1-4917-A728-12B5F0FC592C}" destId="{F11BC0F9-342D-4F2C-9425-94679449B557}" srcOrd="3" destOrd="0" presId="urn:microsoft.com/office/officeart/2018/2/layout/IconVerticalSolidList"/>
    <dgm:cxn modelId="{FC348630-583E-E64A-A612-6191EB496465}" type="presParOf" srcId="{EAEEAA65-5429-4AA7-B274-7322EE851A99}" destId="{657B906C-5823-7A40-BEC4-5AA2F4B79AB3}" srcOrd="3" destOrd="0" presId="urn:microsoft.com/office/officeart/2018/2/layout/IconVerticalSolidList"/>
    <dgm:cxn modelId="{9053D8EE-D35C-1746-B0D0-7C0CF79A0AA0}" type="presParOf" srcId="{EAEEAA65-5429-4AA7-B274-7322EE851A99}" destId="{0A18A785-DDBD-4ADB-8628-FC09F1A2A13B}" srcOrd="4" destOrd="0" presId="urn:microsoft.com/office/officeart/2018/2/layout/IconVerticalSolidList"/>
    <dgm:cxn modelId="{5A935347-0456-EF43-AC14-1311FF85C0A8}" type="presParOf" srcId="{0A18A785-DDBD-4ADB-8628-FC09F1A2A13B}" destId="{29D6D145-80A3-4493-B317-928F93F01087}" srcOrd="0" destOrd="0" presId="urn:microsoft.com/office/officeart/2018/2/layout/IconVerticalSolidList"/>
    <dgm:cxn modelId="{6AC3F00E-3BF5-9C4B-BD93-4DC27C51CEF2}" type="presParOf" srcId="{0A18A785-DDBD-4ADB-8628-FC09F1A2A13B}" destId="{6F125876-25FA-4DEC-B6F4-866572BCF16F}" srcOrd="1" destOrd="0" presId="urn:microsoft.com/office/officeart/2018/2/layout/IconVerticalSolidList"/>
    <dgm:cxn modelId="{CE029191-8CDA-0546-BD77-A44C30763057}" type="presParOf" srcId="{0A18A785-DDBD-4ADB-8628-FC09F1A2A13B}" destId="{9328B75F-345E-4405-9E91-A40A7FB61B8E}" srcOrd="2" destOrd="0" presId="urn:microsoft.com/office/officeart/2018/2/layout/IconVerticalSolidList"/>
    <dgm:cxn modelId="{9B7FD625-9F01-4846-89B0-90A3409A70B2}" type="presParOf" srcId="{0A18A785-DDBD-4ADB-8628-FC09F1A2A13B}" destId="{EA2A39DF-1C10-47ED-A94F-1553E069AFAA}" srcOrd="3" destOrd="0" presId="urn:microsoft.com/office/officeart/2018/2/layout/IconVerticalSolidList"/>
    <dgm:cxn modelId="{F1F55542-CC94-394A-8D64-C64B2957DFDE}" type="presParOf" srcId="{EAEEAA65-5429-4AA7-B274-7322EE851A99}" destId="{749D6936-708D-0544-AE5E-7E7108D584C6}" srcOrd="5" destOrd="0" presId="urn:microsoft.com/office/officeart/2018/2/layout/IconVerticalSolidList"/>
    <dgm:cxn modelId="{0221F86A-9896-6F48-8EF9-877FA0C38242}" type="presParOf" srcId="{EAEEAA65-5429-4AA7-B274-7322EE851A99}" destId="{BE7079C4-402A-D345-BA9E-BA829AB38B16}" srcOrd="6" destOrd="0" presId="urn:microsoft.com/office/officeart/2018/2/layout/IconVerticalSolidList"/>
    <dgm:cxn modelId="{8EF37F7F-D108-7143-8F64-14B49F4484D2}" type="presParOf" srcId="{BE7079C4-402A-D345-BA9E-BA829AB38B16}" destId="{88397540-617C-C64B-BED1-E7741F0F2E05}" srcOrd="0" destOrd="0" presId="urn:microsoft.com/office/officeart/2018/2/layout/IconVerticalSolidList"/>
    <dgm:cxn modelId="{2CD692B8-5C5F-2B40-95AB-2350BB84C7AD}" type="presParOf" srcId="{BE7079C4-402A-D345-BA9E-BA829AB38B16}" destId="{730A0675-7A40-BC49-BAD2-1FBF376F38BB}" srcOrd="1" destOrd="0" presId="urn:microsoft.com/office/officeart/2018/2/layout/IconVerticalSolidList"/>
    <dgm:cxn modelId="{2F9E3C7E-0126-C04C-9588-D399EAD9B26D}" type="presParOf" srcId="{BE7079C4-402A-D345-BA9E-BA829AB38B16}" destId="{5D8CF5C5-03F6-9747-9422-013D82D560E9}" srcOrd="2" destOrd="0" presId="urn:microsoft.com/office/officeart/2018/2/layout/IconVerticalSolidList"/>
    <dgm:cxn modelId="{0F47FC21-7F06-734C-8251-C6B7D484DE7C}" type="presParOf" srcId="{BE7079C4-402A-D345-BA9E-BA829AB38B16}" destId="{7D7E3DC4-CC5D-C44B-9F56-26453D822574}" srcOrd="3" destOrd="0" presId="urn:microsoft.com/office/officeart/2018/2/layout/IconVerticalSolidList"/>
    <dgm:cxn modelId="{E1FC6802-D023-C14A-8549-CCE056DB4D8E}" type="presParOf" srcId="{EAEEAA65-5429-4AA7-B274-7322EE851A99}" destId="{6773BFB8-9235-0E4B-B58D-1879913CD116}" srcOrd="7" destOrd="0" presId="urn:microsoft.com/office/officeart/2018/2/layout/IconVerticalSolidList"/>
    <dgm:cxn modelId="{87899326-A9EA-1846-86DB-8AF1CD4266A8}" type="presParOf" srcId="{EAEEAA65-5429-4AA7-B274-7322EE851A99}" destId="{39986D5C-D797-F949-9430-560155AD28BD}" srcOrd="8" destOrd="0" presId="urn:microsoft.com/office/officeart/2018/2/layout/IconVerticalSolidList"/>
    <dgm:cxn modelId="{E90D9C25-ECFF-2D4C-9747-DE0F93A8B3ED}" type="presParOf" srcId="{39986D5C-D797-F949-9430-560155AD28BD}" destId="{630D541F-ADF8-E248-9910-4E6C59492B2D}" srcOrd="0" destOrd="0" presId="urn:microsoft.com/office/officeart/2018/2/layout/IconVerticalSolidList"/>
    <dgm:cxn modelId="{3C81ADBE-2297-9A49-8BC3-8063C4319C44}" type="presParOf" srcId="{39986D5C-D797-F949-9430-560155AD28BD}" destId="{0DB8A135-B8ED-0F4F-AD59-0D3CF13D499C}" srcOrd="1" destOrd="0" presId="urn:microsoft.com/office/officeart/2018/2/layout/IconVerticalSolidList"/>
    <dgm:cxn modelId="{6AA31BDB-4130-1145-996D-44B0E1E46E55}" type="presParOf" srcId="{39986D5C-D797-F949-9430-560155AD28BD}" destId="{3F858DF4-4A6C-E94A-A9BC-7626827A0F72}" srcOrd="2" destOrd="0" presId="urn:microsoft.com/office/officeart/2018/2/layout/IconVerticalSolidList"/>
    <dgm:cxn modelId="{99999B7A-DCAB-C54A-A577-2F44FBA4C41C}" type="presParOf" srcId="{39986D5C-D797-F949-9430-560155AD28BD}" destId="{38CCDEAC-F5DD-404F-83E4-A5C9E620CF3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E9955EC-C35E-4372-9661-636727AE7391}"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380BCBD-8F3E-452C-ACFF-454E9530D332}">
      <dgm:prSet custT="1"/>
      <dgm:spPr/>
      <dgm:t>
        <a:bodyPr/>
        <a:lstStyle/>
        <a:p>
          <a:pPr>
            <a:lnSpc>
              <a:spcPct val="100000"/>
            </a:lnSpc>
          </a:pPr>
          <a:r>
            <a:rPr lang="en-US" sz="1900" b="1" dirty="0"/>
            <a:t>.terraform/: </a:t>
          </a:r>
          <a:r>
            <a:rPr lang="en-US" sz="1900" dirty="0"/>
            <a:t>A hidden directory created during ”</a:t>
          </a:r>
          <a:r>
            <a:rPr lang="en-US" sz="1900" dirty="0">
              <a:latin typeface="BlexMono Nerd Font Mono" panose="020B0509050203000203" pitchFamily="49" charset="77"/>
            </a:rPr>
            <a:t>terraform </a:t>
          </a:r>
          <a:r>
            <a:rPr lang="en-US" sz="1900" dirty="0" err="1">
              <a:latin typeface="BlexMono Nerd Font Mono" panose="020B0509050203000203" pitchFamily="49" charset="77"/>
            </a:rPr>
            <a:t>init</a:t>
          </a:r>
          <a:r>
            <a:rPr lang="en-US" sz="1900" dirty="0">
              <a:latin typeface="BlexMono Nerd Font Mono" panose="020B0509050203000203" pitchFamily="49" charset="77"/>
            </a:rPr>
            <a:t>” </a:t>
          </a:r>
          <a:r>
            <a:rPr lang="en-US" sz="1900" dirty="0"/>
            <a:t>to store cached providers and modules. </a:t>
          </a:r>
          <a:r>
            <a:rPr lang="en-US" sz="1900" b="1" dirty="0"/>
            <a:t>Never commit this to version control</a:t>
          </a:r>
          <a:r>
            <a:rPr lang="en-US" sz="1900" dirty="0"/>
            <a:t>.</a:t>
          </a:r>
        </a:p>
      </dgm:t>
    </dgm:pt>
    <dgm:pt modelId="{49B36998-8C00-4749-9F34-E9840A466FBC}" type="parTrans" cxnId="{05AF9F36-05CB-43F7-93AF-A22AEDCDFB3D}">
      <dgm:prSet/>
      <dgm:spPr/>
      <dgm:t>
        <a:bodyPr/>
        <a:lstStyle/>
        <a:p>
          <a:endParaRPr lang="en-US"/>
        </a:p>
      </dgm:t>
    </dgm:pt>
    <dgm:pt modelId="{091F96A6-7C47-4C66-9B02-53E09AA62785}" type="sibTrans" cxnId="{05AF9F36-05CB-43F7-93AF-A22AEDCDFB3D}">
      <dgm:prSet/>
      <dgm:spPr/>
      <dgm:t>
        <a:bodyPr/>
        <a:lstStyle/>
        <a:p>
          <a:endParaRPr lang="en-US"/>
        </a:p>
      </dgm:t>
    </dgm:pt>
    <dgm:pt modelId="{88B10318-6E1B-471D-9411-E1D07C16B37B}">
      <dgm:prSet custT="1"/>
      <dgm:spPr/>
      <dgm:t>
        <a:bodyPr/>
        <a:lstStyle/>
        <a:p>
          <a:pPr>
            <a:lnSpc>
              <a:spcPct val="100000"/>
            </a:lnSpc>
          </a:pPr>
          <a:r>
            <a:rPr lang="en-US" sz="1900" b="1" dirty="0" err="1"/>
            <a:t>terraform.tfstate</a:t>
          </a:r>
          <a:r>
            <a:rPr lang="en-US" sz="1900" b="1" dirty="0"/>
            <a:t>: </a:t>
          </a:r>
          <a:r>
            <a:rPr lang="en-US" sz="1900" dirty="0"/>
            <a:t>Tracks the current state of your managed infrastructure. Use a remote backend to avoid keeping this locally. </a:t>
          </a:r>
          <a:br>
            <a:rPr lang="en-US" sz="1900" dirty="0"/>
          </a:br>
          <a:br>
            <a:rPr lang="en-US" sz="1900" dirty="0"/>
          </a:br>
          <a:r>
            <a:rPr lang="en-US" sz="1900" dirty="0"/>
            <a:t>Storing the </a:t>
          </a:r>
          <a:r>
            <a:rPr lang="en-US" sz="1900" dirty="0" err="1"/>
            <a:t>terraform.tfstate</a:t>
          </a:r>
          <a:r>
            <a:rPr lang="en-US" sz="1900" dirty="0"/>
            <a:t> file in </a:t>
          </a:r>
          <a:r>
            <a:rPr lang="en-US" sz="1900" b="1" dirty="0"/>
            <a:t>Azure Blob Storage</a:t>
          </a:r>
          <a:r>
            <a:rPr lang="en-US" sz="1900" dirty="0"/>
            <a:t> is a production best practice that enables team collaboration, provides secure encryption, and prevents state corruption through built-in locking.</a:t>
          </a:r>
        </a:p>
      </dgm:t>
    </dgm:pt>
    <dgm:pt modelId="{35B785DA-0966-43D4-8F58-2E479378CFD2}" type="parTrans" cxnId="{34B7DEA8-B80E-4934-B834-9A2FA40C8401}">
      <dgm:prSet/>
      <dgm:spPr/>
      <dgm:t>
        <a:bodyPr/>
        <a:lstStyle/>
        <a:p>
          <a:endParaRPr lang="en-US"/>
        </a:p>
      </dgm:t>
    </dgm:pt>
    <dgm:pt modelId="{ABDC302C-7E00-42D8-BBD9-F5EC939AD348}" type="sibTrans" cxnId="{34B7DEA8-B80E-4934-B834-9A2FA40C8401}">
      <dgm:prSet/>
      <dgm:spPr/>
      <dgm:t>
        <a:bodyPr/>
        <a:lstStyle/>
        <a:p>
          <a:endParaRPr lang="en-US"/>
        </a:p>
      </dgm:t>
    </dgm:pt>
    <dgm:pt modelId="{EAEEAA65-5429-4AA7-B274-7322EE851A99}" type="pres">
      <dgm:prSet presAssocID="{3E9955EC-C35E-4372-9661-636727AE7391}" presName="root" presStyleCnt="0">
        <dgm:presLayoutVars>
          <dgm:dir/>
          <dgm:resizeHandles val="exact"/>
        </dgm:presLayoutVars>
      </dgm:prSet>
      <dgm:spPr/>
    </dgm:pt>
    <dgm:pt modelId="{8844649B-5317-4B5B-98EB-BF600BD71FAE}" type="pres">
      <dgm:prSet presAssocID="{F380BCBD-8F3E-452C-ACFF-454E9530D332}" presName="compNode" presStyleCnt="0"/>
      <dgm:spPr/>
    </dgm:pt>
    <dgm:pt modelId="{897ACD4F-171A-4A24-9459-FF4C83260A8C}" type="pres">
      <dgm:prSet presAssocID="{F380BCBD-8F3E-452C-ACFF-454E9530D332}" presName="bgRect" presStyleLbl="bgShp" presStyleIdx="0" presStyleCnt="2"/>
      <dgm:spPr/>
    </dgm:pt>
    <dgm:pt modelId="{3290D437-1C05-446D-BC5D-34E55DC1A70D}" type="pres">
      <dgm:prSet presAssocID="{F380BCBD-8F3E-452C-ACFF-454E9530D332}" presName="iconRect" presStyleLbl="node1" presStyleIdx="0"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53388AE2-3B11-4F53-BCD4-F5B23D2DFFA6}" type="pres">
      <dgm:prSet presAssocID="{F380BCBD-8F3E-452C-ACFF-454E9530D332}" presName="spaceRect" presStyleCnt="0"/>
      <dgm:spPr/>
    </dgm:pt>
    <dgm:pt modelId="{2C3CB3F0-FED6-462C-8221-05BE9981ACF2}" type="pres">
      <dgm:prSet presAssocID="{F380BCBD-8F3E-452C-ACFF-454E9530D332}" presName="parTx" presStyleLbl="revTx" presStyleIdx="0" presStyleCnt="2">
        <dgm:presLayoutVars>
          <dgm:chMax val="0"/>
          <dgm:chPref val="0"/>
        </dgm:presLayoutVars>
      </dgm:prSet>
      <dgm:spPr/>
    </dgm:pt>
    <dgm:pt modelId="{EFD15AB9-FA4D-458D-9015-993BBEC2AD5D}" type="pres">
      <dgm:prSet presAssocID="{091F96A6-7C47-4C66-9B02-53E09AA62785}" presName="sibTrans" presStyleCnt="0"/>
      <dgm:spPr/>
    </dgm:pt>
    <dgm:pt modelId="{3AC4A849-58D1-4917-A728-12B5F0FC592C}" type="pres">
      <dgm:prSet presAssocID="{88B10318-6E1B-471D-9411-E1D07C16B37B}" presName="compNode" presStyleCnt="0"/>
      <dgm:spPr/>
    </dgm:pt>
    <dgm:pt modelId="{9524D6DF-CF9B-449C-B630-4DD4C4A3FFA1}" type="pres">
      <dgm:prSet presAssocID="{88B10318-6E1B-471D-9411-E1D07C16B37B}" presName="bgRect" presStyleLbl="bgShp" presStyleIdx="1" presStyleCnt="2"/>
      <dgm:spPr/>
    </dgm:pt>
    <dgm:pt modelId="{63AB3CFC-6D03-4F22-8B79-405E608E2558}" type="pres">
      <dgm:prSet presAssocID="{88B10318-6E1B-471D-9411-E1D07C16B37B}" presName="iconRect" presStyleLbl="node1" presStyleIdx="1" presStyleCnt="2"/>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Rubber duck outline"/>
        </a:ext>
      </dgm:extLst>
    </dgm:pt>
    <dgm:pt modelId="{E919CFAF-6303-4EF5-877E-F31E0C1B7924}" type="pres">
      <dgm:prSet presAssocID="{88B10318-6E1B-471D-9411-E1D07C16B37B}" presName="spaceRect" presStyleCnt="0"/>
      <dgm:spPr/>
    </dgm:pt>
    <dgm:pt modelId="{F11BC0F9-342D-4F2C-9425-94679449B557}" type="pres">
      <dgm:prSet presAssocID="{88B10318-6E1B-471D-9411-E1D07C16B37B}" presName="parTx" presStyleLbl="revTx" presStyleIdx="1" presStyleCnt="2">
        <dgm:presLayoutVars>
          <dgm:chMax val="0"/>
          <dgm:chPref val="0"/>
        </dgm:presLayoutVars>
      </dgm:prSet>
      <dgm:spPr/>
    </dgm:pt>
  </dgm:ptLst>
  <dgm:cxnLst>
    <dgm:cxn modelId="{05AF9F36-05CB-43F7-93AF-A22AEDCDFB3D}" srcId="{3E9955EC-C35E-4372-9661-636727AE7391}" destId="{F380BCBD-8F3E-452C-ACFF-454E9530D332}" srcOrd="0" destOrd="0" parTransId="{49B36998-8C00-4749-9F34-E9840A466FBC}" sibTransId="{091F96A6-7C47-4C66-9B02-53E09AA62785}"/>
    <dgm:cxn modelId="{8E00F051-B23E-4C41-9A64-458B63E59C9B}" type="presOf" srcId="{88B10318-6E1B-471D-9411-E1D07C16B37B}" destId="{F11BC0F9-342D-4F2C-9425-94679449B557}" srcOrd="0" destOrd="0" presId="urn:microsoft.com/office/officeart/2018/2/layout/IconVerticalSolidList"/>
    <dgm:cxn modelId="{34B7DEA8-B80E-4934-B834-9A2FA40C8401}" srcId="{3E9955EC-C35E-4372-9661-636727AE7391}" destId="{88B10318-6E1B-471D-9411-E1D07C16B37B}" srcOrd="1" destOrd="0" parTransId="{35B785DA-0966-43D4-8F58-2E479378CFD2}" sibTransId="{ABDC302C-7E00-42D8-BBD9-F5EC939AD348}"/>
    <dgm:cxn modelId="{619D4CAC-BA81-4AD0-BD00-38F11AFAB415}" type="presOf" srcId="{3E9955EC-C35E-4372-9661-636727AE7391}" destId="{EAEEAA65-5429-4AA7-B274-7322EE851A99}" srcOrd="0" destOrd="0" presId="urn:microsoft.com/office/officeart/2018/2/layout/IconVerticalSolidList"/>
    <dgm:cxn modelId="{962D06D9-E775-6F45-BFA4-F5D84A35280C}" type="presOf" srcId="{F380BCBD-8F3E-452C-ACFF-454E9530D332}" destId="{2C3CB3F0-FED6-462C-8221-05BE9981ACF2}" srcOrd="0" destOrd="0" presId="urn:microsoft.com/office/officeart/2018/2/layout/IconVerticalSolidList"/>
    <dgm:cxn modelId="{F2DC15A8-2292-7443-835D-1A5F2546B624}" type="presParOf" srcId="{EAEEAA65-5429-4AA7-B274-7322EE851A99}" destId="{8844649B-5317-4B5B-98EB-BF600BD71FAE}" srcOrd="0" destOrd="0" presId="urn:microsoft.com/office/officeart/2018/2/layout/IconVerticalSolidList"/>
    <dgm:cxn modelId="{85101B9E-3FBD-294B-88FD-08120841E5EE}" type="presParOf" srcId="{8844649B-5317-4B5B-98EB-BF600BD71FAE}" destId="{897ACD4F-171A-4A24-9459-FF4C83260A8C}" srcOrd="0" destOrd="0" presId="urn:microsoft.com/office/officeart/2018/2/layout/IconVerticalSolidList"/>
    <dgm:cxn modelId="{6D84B5CD-3977-E945-9F9B-B3F194FB41CD}" type="presParOf" srcId="{8844649B-5317-4B5B-98EB-BF600BD71FAE}" destId="{3290D437-1C05-446D-BC5D-34E55DC1A70D}" srcOrd="1" destOrd="0" presId="urn:microsoft.com/office/officeart/2018/2/layout/IconVerticalSolidList"/>
    <dgm:cxn modelId="{C049A6E6-E3A6-CE4C-88D9-5F18AAFECF14}" type="presParOf" srcId="{8844649B-5317-4B5B-98EB-BF600BD71FAE}" destId="{53388AE2-3B11-4F53-BCD4-F5B23D2DFFA6}" srcOrd="2" destOrd="0" presId="urn:microsoft.com/office/officeart/2018/2/layout/IconVerticalSolidList"/>
    <dgm:cxn modelId="{B6A46FA0-65A7-9B45-818A-865DA16D5151}" type="presParOf" srcId="{8844649B-5317-4B5B-98EB-BF600BD71FAE}" destId="{2C3CB3F0-FED6-462C-8221-05BE9981ACF2}" srcOrd="3" destOrd="0" presId="urn:microsoft.com/office/officeart/2018/2/layout/IconVerticalSolidList"/>
    <dgm:cxn modelId="{C66CE24F-F5B1-7044-B246-A2068F5B04CF}" type="presParOf" srcId="{EAEEAA65-5429-4AA7-B274-7322EE851A99}" destId="{EFD15AB9-FA4D-458D-9015-993BBEC2AD5D}" srcOrd="1" destOrd="0" presId="urn:microsoft.com/office/officeart/2018/2/layout/IconVerticalSolidList"/>
    <dgm:cxn modelId="{47BFA625-DFF7-4942-9D64-38DD718B2511}" type="presParOf" srcId="{EAEEAA65-5429-4AA7-B274-7322EE851A99}" destId="{3AC4A849-58D1-4917-A728-12B5F0FC592C}" srcOrd="2" destOrd="0" presId="urn:microsoft.com/office/officeart/2018/2/layout/IconVerticalSolidList"/>
    <dgm:cxn modelId="{BBFC75D9-2148-E444-96AA-7F5497AE4472}" type="presParOf" srcId="{3AC4A849-58D1-4917-A728-12B5F0FC592C}" destId="{9524D6DF-CF9B-449C-B630-4DD4C4A3FFA1}" srcOrd="0" destOrd="0" presId="urn:microsoft.com/office/officeart/2018/2/layout/IconVerticalSolidList"/>
    <dgm:cxn modelId="{678BEDC7-5561-1048-88C8-0AE0D52CE161}" type="presParOf" srcId="{3AC4A849-58D1-4917-A728-12B5F0FC592C}" destId="{63AB3CFC-6D03-4F22-8B79-405E608E2558}" srcOrd="1" destOrd="0" presId="urn:microsoft.com/office/officeart/2018/2/layout/IconVerticalSolidList"/>
    <dgm:cxn modelId="{2368189E-D161-8646-A4A4-E5163A4ADAD4}" type="presParOf" srcId="{3AC4A849-58D1-4917-A728-12B5F0FC592C}" destId="{E919CFAF-6303-4EF5-877E-F31E0C1B7924}" srcOrd="2" destOrd="0" presId="urn:microsoft.com/office/officeart/2018/2/layout/IconVerticalSolidList"/>
    <dgm:cxn modelId="{E770920A-D94C-1F4F-B36A-F345788AAF15}" type="presParOf" srcId="{3AC4A849-58D1-4917-A728-12B5F0FC592C}" destId="{F11BC0F9-342D-4F2C-9425-94679449B55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ACD4F-171A-4A24-9459-FF4C83260A8C}">
      <dsp:nvSpPr>
        <dsp:cNvPr id="0" name=""/>
        <dsp:cNvSpPr/>
      </dsp:nvSpPr>
      <dsp:spPr>
        <a:xfrm>
          <a:off x="0" y="782"/>
          <a:ext cx="15335092" cy="18320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90D437-1C05-446D-BC5D-34E55DC1A70D}">
      <dsp:nvSpPr>
        <dsp:cNvPr id="0" name=""/>
        <dsp:cNvSpPr/>
      </dsp:nvSpPr>
      <dsp:spPr>
        <a:xfrm>
          <a:off x="554187" y="412988"/>
          <a:ext cx="1007612" cy="100761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3CB3F0-FED6-462C-8221-05BE9981ACF2}">
      <dsp:nvSpPr>
        <dsp:cNvPr id="0" name=""/>
        <dsp:cNvSpPr/>
      </dsp:nvSpPr>
      <dsp:spPr>
        <a:xfrm>
          <a:off x="2115987" y="782"/>
          <a:ext cx="13219104" cy="1832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889" tIns="193889" rIns="193889" bIns="193889" numCol="1" spcCol="1270" anchor="ctr" anchorCtr="0">
          <a:noAutofit/>
        </a:bodyPr>
        <a:lstStyle/>
        <a:p>
          <a:pPr marL="0" lvl="0" indent="0" algn="l" defTabSz="1111250">
            <a:lnSpc>
              <a:spcPct val="90000"/>
            </a:lnSpc>
            <a:spcBef>
              <a:spcPct val="0"/>
            </a:spcBef>
            <a:spcAft>
              <a:spcPct val="35000"/>
            </a:spcAft>
            <a:buNone/>
          </a:pPr>
          <a:r>
            <a:rPr lang="en-US" sz="2500" b="1" kern="1200" dirty="0"/>
            <a:t>Automation:</a:t>
          </a:r>
          <a:r>
            <a:rPr lang="en-US" sz="2500" kern="1200" dirty="0"/>
            <a:t> Replaces manual setup with automated scripts, allowing for fast, repeatable, and consistent environment provisioning.</a:t>
          </a:r>
        </a:p>
      </dsp:txBody>
      <dsp:txXfrm>
        <a:off x="2115987" y="782"/>
        <a:ext cx="13219104" cy="1832023"/>
      </dsp:txXfrm>
    </dsp:sp>
    <dsp:sp modelId="{9524D6DF-CF9B-449C-B630-4DD4C4A3FFA1}">
      <dsp:nvSpPr>
        <dsp:cNvPr id="0" name=""/>
        <dsp:cNvSpPr/>
      </dsp:nvSpPr>
      <dsp:spPr>
        <a:xfrm>
          <a:off x="0" y="2290812"/>
          <a:ext cx="15335092" cy="18320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B3CFC-6D03-4F22-8B79-405E608E2558}">
      <dsp:nvSpPr>
        <dsp:cNvPr id="0" name=""/>
        <dsp:cNvSpPr/>
      </dsp:nvSpPr>
      <dsp:spPr>
        <a:xfrm>
          <a:off x="554187" y="2703017"/>
          <a:ext cx="1007612" cy="100761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BC0F9-342D-4F2C-9425-94679449B557}">
      <dsp:nvSpPr>
        <dsp:cNvPr id="0" name=""/>
        <dsp:cNvSpPr/>
      </dsp:nvSpPr>
      <dsp:spPr>
        <a:xfrm>
          <a:off x="2115987" y="2290812"/>
          <a:ext cx="13219104" cy="1832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889" tIns="193889" rIns="193889" bIns="193889" numCol="1" spcCol="1270" anchor="ctr" anchorCtr="0">
          <a:noAutofit/>
        </a:bodyPr>
        <a:lstStyle/>
        <a:p>
          <a:pPr marL="0" lvl="0" indent="0" algn="l" defTabSz="1111250">
            <a:lnSpc>
              <a:spcPct val="90000"/>
            </a:lnSpc>
            <a:spcBef>
              <a:spcPct val="0"/>
            </a:spcBef>
            <a:spcAft>
              <a:spcPct val="35000"/>
            </a:spcAft>
            <a:buNone/>
          </a:pPr>
          <a:r>
            <a:rPr lang="en-US" sz="2500" b="1" kern="1200"/>
            <a:t>Version Control:</a:t>
          </a:r>
          <a:r>
            <a:rPr lang="en-US" sz="2500" kern="1200"/>
            <a:t> IaC files are stored in code repositories (like Git), enabling tracking, collaboration, and auditing of infrastructure changes.</a:t>
          </a:r>
        </a:p>
      </dsp:txBody>
      <dsp:txXfrm>
        <a:off x="2115987" y="2290812"/>
        <a:ext cx="13219104" cy="1832023"/>
      </dsp:txXfrm>
    </dsp:sp>
    <dsp:sp modelId="{29D6D145-80A3-4493-B317-928F93F01087}">
      <dsp:nvSpPr>
        <dsp:cNvPr id="0" name=""/>
        <dsp:cNvSpPr/>
      </dsp:nvSpPr>
      <dsp:spPr>
        <a:xfrm>
          <a:off x="0" y="4580841"/>
          <a:ext cx="15335092" cy="18320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125876-25FA-4DEC-B6F4-866572BCF16F}">
      <dsp:nvSpPr>
        <dsp:cNvPr id="0" name=""/>
        <dsp:cNvSpPr/>
      </dsp:nvSpPr>
      <dsp:spPr>
        <a:xfrm>
          <a:off x="554187" y="4993046"/>
          <a:ext cx="1007612" cy="100761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2A39DF-1C10-47ED-A94F-1553E069AFAA}">
      <dsp:nvSpPr>
        <dsp:cNvPr id="0" name=""/>
        <dsp:cNvSpPr/>
      </dsp:nvSpPr>
      <dsp:spPr>
        <a:xfrm>
          <a:off x="2115987" y="4580841"/>
          <a:ext cx="13219104" cy="1832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889" tIns="193889" rIns="193889" bIns="193889" numCol="1" spcCol="1270" anchor="ctr" anchorCtr="0">
          <a:noAutofit/>
        </a:bodyPr>
        <a:lstStyle/>
        <a:p>
          <a:pPr marL="0" lvl="0" indent="0" algn="l" defTabSz="1111250">
            <a:lnSpc>
              <a:spcPct val="90000"/>
            </a:lnSpc>
            <a:spcBef>
              <a:spcPct val="0"/>
            </a:spcBef>
            <a:spcAft>
              <a:spcPct val="35000"/>
            </a:spcAft>
            <a:buNone/>
          </a:pPr>
          <a:r>
            <a:rPr lang="en-US" sz="2500" b="1" kern="1200"/>
            <a:t>Idempotency:</a:t>
          </a:r>
          <a:r>
            <a:rPr lang="en-US" sz="2500" kern="1200"/>
            <a:t> A core principle ensuring that running the same IaC code multiple times produces the same result without unintended changes.</a:t>
          </a:r>
        </a:p>
      </dsp:txBody>
      <dsp:txXfrm>
        <a:off x="2115987" y="4580841"/>
        <a:ext cx="13219104" cy="18320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ACD4F-171A-4A24-9459-FF4C83260A8C}">
      <dsp:nvSpPr>
        <dsp:cNvPr id="0" name=""/>
        <dsp:cNvSpPr/>
      </dsp:nvSpPr>
      <dsp:spPr>
        <a:xfrm>
          <a:off x="0" y="782"/>
          <a:ext cx="15335092" cy="18320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90D437-1C05-446D-BC5D-34E55DC1A70D}">
      <dsp:nvSpPr>
        <dsp:cNvPr id="0" name=""/>
        <dsp:cNvSpPr/>
      </dsp:nvSpPr>
      <dsp:spPr>
        <a:xfrm>
          <a:off x="554187" y="412988"/>
          <a:ext cx="1007612" cy="100761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3CB3F0-FED6-462C-8221-05BE9981ACF2}">
      <dsp:nvSpPr>
        <dsp:cNvPr id="0" name=""/>
        <dsp:cNvSpPr/>
      </dsp:nvSpPr>
      <dsp:spPr>
        <a:xfrm>
          <a:off x="2115987" y="782"/>
          <a:ext cx="13219104" cy="1832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889" tIns="193889" rIns="193889" bIns="193889" numCol="1" spcCol="1270" anchor="ctr" anchorCtr="0">
          <a:noAutofit/>
        </a:bodyPr>
        <a:lstStyle/>
        <a:p>
          <a:pPr marL="0" lvl="0" indent="0" algn="l" defTabSz="1111250">
            <a:lnSpc>
              <a:spcPct val="90000"/>
            </a:lnSpc>
            <a:spcBef>
              <a:spcPct val="0"/>
            </a:spcBef>
            <a:spcAft>
              <a:spcPct val="35000"/>
            </a:spcAft>
            <a:buNone/>
          </a:pPr>
          <a:r>
            <a:rPr lang="en-US" sz="2500" b="1" kern="1200" dirty="0"/>
            <a:t>Speed &amp; Efficiency:</a:t>
          </a:r>
          <a:r>
            <a:rPr lang="en-US" sz="2500" kern="1200" dirty="0"/>
            <a:t> Environments can be deployed in minutes, speeding up development and testing pipelines.</a:t>
          </a:r>
        </a:p>
      </dsp:txBody>
      <dsp:txXfrm>
        <a:off x="2115987" y="782"/>
        <a:ext cx="13219104" cy="1832023"/>
      </dsp:txXfrm>
    </dsp:sp>
    <dsp:sp modelId="{9524D6DF-CF9B-449C-B630-4DD4C4A3FFA1}">
      <dsp:nvSpPr>
        <dsp:cNvPr id="0" name=""/>
        <dsp:cNvSpPr/>
      </dsp:nvSpPr>
      <dsp:spPr>
        <a:xfrm>
          <a:off x="0" y="2290812"/>
          <a:ext cx="15335092" cy="18320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B3CFC-6D03-4F22-8B79-405E608E2558}">
      <dsp:nvSpPr>
        <dsp:cNvPr id="0" name=""/>
        <dsp:cNvSpPr/>
      </dsp:nvSpPr>
      <dsp:spPr>
        <a:xfrm>
          <a:off x="554187" y="2703017"/>
          <a:ext cx="1007612" cy="100761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BC0F9-342D-4F2C-9425-94679449B557}">
      <dsp:nvSpPr>
        <dsp:cNvPr id="0" name=""/>
        <dsp:cNvSpPr/>
      </dsp:nvSpPr>
      <dsp:spPr>
        <a:xfrm>
          <a:off x="2115987" y="2290812"/>
          <a:ext cx="13219104" cy="1832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889" tIns="193889" rIns="193889" bIns="193889" numCol="1" spcCol="1270" anchor="ctr" anchorCtr="0">
          <a:noAutofit/>
        </a:bodyPr>
        <a:lstStyle/>
        <a:p>
          <a:pPr marL="0" lvl="0" indent="0" algn="l" defTabSz="1111250">
            <a:lnSpc>
              <a:spcPct val="90000"/>
            </a:lnSpc>
            <a:spcBef>
              <a:spcPct val="0"/>
            </a:spcBef>
            <a:spcAft>
              <a:spcPct val="35000"/>
            </a:spcAft>
            <a:buNone/>
          </a:pPr>
          <a:r>
            <a:rPr lang="en-US" sz="2500" b="1" kern="1200" dirty="0"/>
            <a:t>Consistency &amp; Stability:</a:t>
          </a:r>
          <a:r>
            <a:rPr lang="en-US" sz="2500" kern="1200" dirty="0"/>
            <a:t> Eliminates configuration drift differences between environments which reduces errors and bugs.</a:t>
          </a:r>
        </a:p>
      </dsp:txBody>
      <dsp:txXfrm>
        <a:off x="2115987" y="2290812"/>
        <a:ext cx="13219104" cy="1832023"/>
      </dsp:txXfrm>
    </dsp:sp>
    <dsp:sp modelId="{29D6D145-80A3-4493-B317-928F93F01087}">
      <dsp:nvSpPr>
        <dsp:cNvPr id="0" name=""/>
        <dsp:cNvSpPr/>
      </dsp:nvSpPr>
      <dsp:spPr>
        <a:xfrm>
          <a:off x="0" y="4580841"/>
          <a:ext cx="15335092" cy="183202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125876-25FA-4DEC-B6F4-866572BCF16F}">
      <dsp:nvSpPr>
        <dsp:cNvPr id="0" name=""/>
        <dsp:cNvSpPr/>
      </dsp:nvSpPr>
      <dsp:spPr>
        <a:xfrm>
          <a:off x="554187" y="4993046"/>
          <a:ext cx="1007612" cy="100761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2A39DF-1C10-47ED-A94F-1553E069AFAA}">
      <dsp:nvSpPr>
        <dsp:cNvPr id="0" name=""/>
        <dsp:cNvSpPr/>
      </dsp:nvSpPr>
      <dsp:spPr>
        <a:xfrm>
          <a:off x="2115987" y="4580841"/>
          <a:ext cx="13219104" cy="18320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3889" tIns="193889" rIns="193889" bIns="193889" numCol="1" spcCol="1270" anchor="ctr" anchorCtr="0">
          <a:noAutofit/>
        </a:bodyPr>
        <a:lstStyle/>
        <a:p>
          <a:pPr marL="0" lvl="0" indent="0" algn="l" defTabSz="1111250">
            <a:lnSpc>
              <a:spcPct val="90000"/>
            </a:lnSpc>
            <a:spcBef>
              <a:spcPct val="0"/>
            </a:spcBef>
            <a:spcAft>
              <a:spcPct val="35000"/>
            </a:spcAft>
            <a:buNone/>
          </a:pPr>
          <a:r>
            <a:rPr lang="en-US" sz="2500" b="1" kern="1200" dirty="0"/>
            <a:t>Cost Efficiency:</a:t>
          </a:r>
          <a:r>
            <a:rPr lang="en-US" sz="2500" kern="1200" dirty="0"/>
            <a:t> Allows easy scaling and tearing down of resources to optimize cloud spending. </a:t>
          </a:r>
        </a:p>
      </dsp:txBody>
      <dsp:txXfrm>
        <a:off x="2115987" y="4580841"/>
        <a:ext cx="13219104" cy="18320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ACD4F-171A-4A24-9459-FF4C83260A8C}">
      <dsp:nvSpPr>
        <dsp:cNvPr id="0" name=""/>
        <dsp:cNvSpPr/>
      </dsp:nvSpPr>
      <dsp:spPr>
        <a:xfrm>
          <a:off x="0" y="2661"/>
          <a:ext cx="15335092" cy="134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90D437-1C05-446D-BC5D-34E55DC1A70D}">
      <dsp:nvSpPr>
        <dsp:cNvPr id="0" name=""/>
        <dsp:cNvSpPr/>
      </dsp:nvSpPr>
      <dsp:spPr>
        <a:xfrm>
          <a:off x="408109" y="306214"/>
          <a:ext cx="742016" cy="7420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3CB3F0-FED6-462C-8221-05BE9981ACF2}">
      <dsp:nvSpPr>
        <dsp:cNvPr id="0" name=""/>
        <dsp:cNvSpPr/>
      </dsp:nvSpPr>
      <dsp:spPr>
        <a:xfrm>
          <a:off x="1558234" y="2661"/>
          <a:ext cx="13776857" cy="134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782" tIns="142782" rIns="142782" bIns="142782" numCol="1" spcCol="1270" anchor="ctr" anchorCtr="0">
          <a:noAutofit/>
        </a:bodyPr>
        <a:lstStyle/>
        <a:p>
          <a:pPr marL="0" lvl="0" indent="0" algn="l" defTabSz="977900">
            <a:lnSpc>
              <a:spcPct val="100000"/>
            </a:lnSpc>
            <a:spcBef>
              <a:spcPct val="0"/>
            </a:spcBef>
            <a:spcAft>
              <a:spcPct val="35000"/>
            </a:spcAft>
            <a:buNone/>
          </a:pPr>
          <a:r>
            <a:rPr lang="en-US" sz="2200" b="1" kern="1200" dirty="0"/>
            <a:t>Terraform:</a:t>
          </a:r>
          <a:r>
            <a:rPr lang="en-US" sz="2200" kern="1200" dirty="0"/>
            <a:t> Popular declarative tool for infrastructure orchestration across cloud providers.</a:t>
          </a:r>
        </a:p>
      </dsp:txBody>
      <dsp:txXfrm>
        <a:off x="1558234" y="2661"/>
        <a:ext cx="13776857" cy="1349120"/>
      </dsp:txXfrm>
    </dsp:sp>
    <dsp:sp modelId="{9524D6DF-CF9B-449C-B630-4DD4C4A3FFA1}">
      <dsp:nvSpPr>
        <dsp:cNvPr id="0" name=""/>
        <dsp:cNvSpPr/>
      </dsp:nvSpPr>
      <dsp:spPr>
        <a:xfrm>
          <a:off x="0" y="1689063"/>
          <a:ext cx="15335092" cy="134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B3CFC-6D03-4F22-8B79-405E608E2558}">
      <dsp:nvSpPr>
        <dsp:cNvPr id="0" name=""/>
        <dsp:cNvSpPr/>
      </dsp:nvSpPr>
      <dsp:spPr>
        <a:xfrm>
          <a:off x="408109" y="1992615"/>
          <a:ext cx="742016" cy="7420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BC0F9-342D-4F2C-9425-94679449B557}">
      <dsp:nvSpPr>
        <dsp:cNvPr id="0" name=""/>
        <dsp:cNvSpPr/>
      </dsp:nvSpPr>
      <dsp:spPr>
        <a:xfrm>
          <a:off x="1558234" y="1689063"/>
          <a:ext cx="13776857" cy="134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782" tIns="142782" rIns="142782" bIns="142782" numCol="1" spcCol="1270" anchor="ctr" anchorCtr="0">
          <a:noAutofit/>
        </a:bodyPr>
        <a:lstStyle/>
        <a:p>
          <a:pPr marL="0" lvl="0" indent="0" algn="l" defTabSz="977900">
            <a:lnSpc>
              <a:spcPct val="100000"/>
            </a:lnSpc>
            <a:spcBef>
              <a:spcPct val="0"/>
            </a:spcBef>
            <a:spcAft>
              <a:spcPct val="35000"/>
            </a:spcAft>
            <a:buNone/>
          </a:pPr>
          <a:r>
            <a:rPr lang="en-US" sz="2200" b="1" kern="1200" dirty="0"/>
            <a:t>Ansible:</a:t>
          </a:r>
          <a:r>
            <a:rPr lang="en-US" sz="2200" kern="1200" dirty="0"/>
            <a:t> Popular for configuration management.</a:t>
          </a:r>
        </a:p>
      </dsp:txBody>
      <dsp:txXfrm>
        <a:off x="1558234" y="1689063"/>
        <a:ext cx="13776857" cy="1349120"/>
      </dsp:txXfrm>
    </dsp:sp>
    <dsp:sp modelId="{29D6D145-80A3-4493-B317-928F93F01087}">
      <dsp:nvSpPr>
        <dsp:cNvPr id="0" name=""/>
        <dsp:cNvSpPr/>
      </dsp:nvSpPr>
      <dsp:spPr>
        <a:xfrm>
          <a:off x="0" y="3375464"/>
          <a:ext cx="15335092" cy="134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125876-25FA-4DEC-B6F4-866572BCF16F}">
      <dsp:nvSpPr>
        <dsp:cNvPr id="0" name=""/>
        <dsp:cNvSpPr/>
      </dsp:nvSpPr>
      <dsp:spPr>
        <a:xfrm>
          <a:off x="408109" y="3679016"/>
          <a:ext cx="742016" cy="7420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2A39DF-1C10-47ED-A94F-1553E069AFAA}">
      <dsp:nvSpPr>
        <dsp:cNvPr id="0" name=""/>
        <dsp:cNvSpPr/>
      </dsp:nvSpPr>
      <dsp:spPr>
        <a:xfrm>
          <a:off x="1558234" y="3375464"/>
          <a:ext cx="13776857" cy="134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782" tIns="142782" rIns="142782" bIns="142782" numCol="1" spcCol="1270" anchor="ctr" anchorCtr="0">
          <a:noAutofit/>
        </a:bodyPr>
        <a:lstStyle/>
        <a:p>
          <a:pPr marL="0" lvl="0" indent="0" algn="l" defTabSz="977900">
            <a:lnSpc>
              <a:spcPct val="100000"/>
            </a:lnSpc>
            <a:spcBef>
              <a:spcPct val="0"/>
            </a:spcBef>
            <a:spcAft>
              <a:spcPct val="35000"/>
            </a:spcAft>
            <a:buNone/>
          </a:pPr>
          <a:r>
            <a:rPr lang="en-US" sz="2200" b="1" kern="1200" dirty="0"/>
            <a:t>AWS CloudFormation/Azure Resource Manager (ARM):</a:t>
          </a:r>
          <a:r>
            <a:rPr lang="en-US" sz="2200" kern="1200" dirty="0"/>
            <a:t> Cloud-native, vendor-specific tools.</a:t>
          </a:r>
        </a:p>
      </dsp:txBody>
      <dsp:txXfrm>
        <a:off x="1558234" y="3375464"/>
        <a:ext cx="13776857" cy="1349120"/>
      </dsp:txXfrm>
    </dsp:sp>
    <dsp:sp modelId="{88397540-617C-C64B-BED1-E7741F0F2E05}">
      <dsp:nvSpPr>
        <dsp:cNvPr id="0" name=""/>
        <dsp:cNvSpPr/>
      </dsp:nvSpPr>
      <dsp:spPr>
        <a:xfrm>
          <a:off x="0" y="5061865"/>
          <a:ext cx="15335092" cy="134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0A0675-7A40-BC49-BAD2-1FBF376F38BB}">
      <dsp:nvSpPr>
        <dsp:cNvPr id="0" name=""/>
        <dsp:cNvSpPr/>
      </dsp:nvSpPr>
      <dsp:spPr>
        <a:xfrm>
          <a:off x="408109" y="5365417"/>
          <a:ext cx="742016" cy="742016"/>
        </a:xfrm>
        <a:prstGeom prst="rect">
          <a:avLst/>
        </a:prstGeom>
        <a:blipFill dpi="0" rotWithShape="1">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7E3DC4-CC5D-C44B-9F56-26453D822574}">
      <dsp:nvSpPr>
        <dsp:cNvPr id="0" name=""/>
        <dsp:cNvSpPr/>
      </dsp:nvSpPr>
      <dsp:spPr>
        <a:xfrm>
          <a:off x="1558234" y="5061865"/>
          <a:ext cx="13776857" cy="134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782" tIns="142782" rIns="142782" bIns="142782" numCol="1" spcCol="1270" anchor="ctr" anchorCtr="0">
          <a:noAutofit/>
        </a:bodyPr>
        <a:lstStyle/>
        <a:p>
          <a:pPr marL="0" lvl="0" indent="0" algn="l" defTabSz="977900">
            <a:lnSpc>
              <a:spcPct val="100000"/>
            </a:lnSpc>
            <a:spcBef>
              <a:spcPct val="0"/>
            </a:spcBef>
            <a:spcAft>
              <a:spcPct val="35000"/>
            </a:spcAft>
            <a:buNone/>
          </a:pPr>
          <a:r>
            <a:rPr lang="en-US" sz="2200" b="1" kern="1200" dirty="0"/>
            <a:t>And many others …</a:t>
          </a:r>
        </a:p>
      </dsp:txBody>
      <dsp:txXfrm>
        <a:off x="1558234" y="5061865"/>
        <a:ext cx="13776857" cy="13491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ACD4F-171A-4A24-9459-FF4C83260A8C}">
      <dsp:nvSpPr>
        <dsp:cNvPr id="0" name=""/>
        <dsp:cNvSpPr/>
      </dsp:nvSpPr>
      <dsp:spPr>
        <a:xfrm>
          <a:off x="0" y="2661"/>
          <a:ext cx="15335092" cy="134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90D437-1C05-446D-BC5D-34E55DC1A70D}">
      <dsp:nvSpPr>
        <dsp:cNvPr id="0" name=""/>
        <dsp:cNvSpPr/>
      </dsp:nvSpPr>
      <dsp:spPr>
        <a:xfrm>
          <a:off x="408109" y="306214"/>
          <a:ext cx="742016" cy="7420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3CB3F0-FED6-462C-8221-05BE9981ACF2}">
      <dsp:nvSpPr>
        <dsp:cNvPr id="0" name=""/>
        <dsp:cNvSpPr/>
      </dsp:nvSpPr>
      <dsp:spPr>
        <a:xfrm>
          <a:off x="1558234" y="2661"/>
          <a:ext cx="13776857" cy="134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782" tIns="142782" rIns="142782" bIns="142782" numCol="1" spcCol="1270" anchor="ctr" anchorCtr="0">
          <a:noAutofit/>
        </a:bodyPr>
        <a:lstStyle/>
        <a:p>
          <a:pPr marL="0" lvl="0" indent="0" algn="l" defTabSz="977900">
            <a:lnSpc>
              <a:spcPct val="100000"/>
            </a:lnSpc>
            <a:spcBef>
              <a:spcPct val="0"/>
            </a:spcBef>
            <a:spcAft>
              <a:spcPct val="35000"/>
            </a:spcAft>
            <a:buNone/>
          </a:pPr>
          <a:r>
            <a:rPr lang="en-US" sz="2200" b="1" kern="1200" dirty="0"/>
            <a:t>Declarative Language: </a:t>
          </a:r>
          <a:r>
            <a:rPr lang="en-US" sz="2200" kern="1200" dirty="0"/>
            <a:t>You define what the infrastructure should look like using </a:t>
          </a:r>
          <a:r>
            <a:rPr lang="en-US" sz="2200" kern="1200" dirty="0" err="1"/>
            <a:t>HashiCorp</a:t>
          </a:r>
          <a:r>
            <a:rPr lang="en-US" sz="2200" kern="1200" dirty="0"/>
            <a:t> Configuration Language (HCL), rather than how to build it.</a:t>
          </a:r>
        </a:p>
      </dsp:txBody>
      <dsp:txXfrm>
        <a:off x="1558234" y="2661"/>
        <a:ext cx="13776857" cy="1349120"/>
      </dsp:txXfrm>
    </dsp:sp>
    <dsp:sp modelId="{9524D6DF-CF9B-449C-B630-4DD4C4A3FFA1}">
      <dsp:nvSpPr>
        <dsp:cNvPr id="0" name=""/>
        <dsp:cNvSpPr/>
      </dsp:nvSpPr>
      <dsp:spPr>
        <a:xfrm>
          <a:off x="0" y="1689063"/>
          <a:ext cx="15335092" cy="134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B3CFC-6D03-4F22-8B79-405E608E2558}">
      <dsp:nvSpPr>
        <dsp:cNvPr id="0" name=""/>
        <dsp:cNvSpPr/>
      </dsp:nvSpPr>
      <dsp:spPr>
        <a:xfrm>
          <a:off x="408109" y="1992615"/>
          <a:ext cx="742016" cy="7420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BC0F9-342D-4F2C-9425-94679449B557}">
      <dsp:nvSpPr>
        <dsp:cNvPr id="0" name=""/>
        <dsp:cNvSpPr/>
      </dsp:nvSpPr>
      <dsp:spPr>
        <a:xfrm>
          <a:off x="1558234" y="1689063"/>
          <a:ext cx="13776857" cy="134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782" tIns="142782" rIns="142782" bIns="142782" numCol="1" spcCol="1270" anchor="ctr" anchorCtr="0">
          <a:noAutofit/>
        </a:bodyPr>
        <a:lstStyle/>
        <a:p>
          <a:pPr marL="0" lvl="0" indent="0" algn="l" defTabSz="977900">
            <a:lnSpc>
              <a:spcPct val="100000"/>
            </a:lnSpc>
            <a:spcBef>
              <a:spcPct val="0"/>
            </a:spcBef>
            <a:spcAft>
              <a:spcPct val="35000"/>
            </a:spcAft>
            <a:buNone/>
          </a:pPr>
          <a:r>
            <a:rPr lang="en-US" sz="2200" b="1" kern="1200" dirty="0"/>
            <a:t>Multi-Cloud Support: </a:t>
          </a:r>
          <a:r>
            <a:rPr lang="en-US" sz="2200" kern="1200" dirty="0"/>
            <a:t>It works with over 170 official and verified providers to manage diverse services (e.g., Kubernetes, DNS, database systems).</a:t>
          </a:r>
        </a:p>
      </dsp:txBody>
      <dsp:txXfrm>
        <a:off x="1558234" y="1689063"/>
        <a:ext cx="13776857" cy="1349120"/>
      </dsp:txXfrm>
    </dsp:sp>
    <dsp:sp modelId="{29D6D145-80A3-4493-B317-928F93F01087}">
      <dsp:nvSpPr>
        <dsp:cNvPr id="0" name=""/>
        <dsp:cNvSpPr/>
      </dsp:nvSpPr>
      <dsp:spPr>
        <a:xfrm>
          <a:off x="0" y="3375464"/>
          <a:ext cx="15335092" cy="134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125876-25FA-4DEC-B6F4-866572BCF16F}">
      <dsp:nvSpPr>
        <dsp:cNvPr id="0" name=""/>
        <dsp:cNvSpPr/>
      </dsp:nvSpPr>
      <dsp:spPr>
        <a:xfrm>
          <a:off x="408109" y="3679016"/>
          <a:ext cx="742016" cy="7420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2A39DF-1C10-47ED-A94F-1553E069AFAA}">
      <dsp:nvSpPr>
        <dsp:cNvPr id="0" name=""/>
        <dsp:cNvSpPr/>
      </dsp:nvSpPr>
      <dsp:spPr>
        <a:xfrm>
          <a:off x="1558234" y="3375464"/>
          <a:ext cx="13776857" cy="134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782" tIns="142782" rIns="142782" bIns="142782" numCol="1" spcCol="1270" anchor="ctr" anchorCtr="0">
          <a:noAutofit/>
        </a:bodyPr>
        <a:lstStyle/>
        <a:p>
          <a:pPr marL="0" lvl="0" indent="0" algn="l" defTabSz="977900">
            <a:lnSpc>
              <a:spcPct val="100000"/>
            </a:lnSpc>
            <a:spcBef>
              <a:spcPct val="0"/>
            </a:spcBef>
            <a:spcAft>
              <a:spcPct val="35000"/>
            </a:spcAft>
            <a:buNone/>
          </a:pPr>
          <a:r>
            <a:rPr lang="en-US" sz="2200" b="1" kern="1200" dirty="0"/>
            <a:t>State Management: </a:t>
          </a:r>
          <a:r>
            <a:rPr lang="en-US" sz="2200" kern="1200" dirty="0"/>
            <a:t>Terraform maps real-world resources to your configuration via a "state file," allowing it to track changes and manage lifecycles efficiently.</a:t>
          </a:r>
        </a:p>
      </dsp:txBody>
      <dsp:txXfrm>
        <a:off x="1558234" y="3375464"/>
        <a:ext cx="13776857" cy="1349120"/>
      </dsp:txXfrm>
    </dsp:sp>
    <dsp:sp modelId="{88397540-617C-C64B-BED1-E7741F0F2E05}">
      <dsp:nvSpPr>
        <dsp:cNvPr id="0" name=""/>
        <dsp:cNvSpPr/>
      </dsp:nvSpPr>
      <dsp:spPr>
        <a:xfrm>
          <a:off x="0" y="5061865"/>
          <a:ext cx="15335092" cy="134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0A0675-7A40-BC49-BAD2-1FBF376F38BB}">
      <dsp:nvSpPr>
        <dsp:cNvPr id="0" name=""/>
        <dsp:cNvSpPr/>
      </dsp:nvSpPr>
      <dsp:spPr>
        <a:xfrm>
          <a:off x="408109" y="5365417"/>
          <a:ext cx="742016" cy="7420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7E3DC4-CC5D-C44B-9F56-26453D822574}">
      <dsp:nvSpPr>
        <dsp:cNvPr id="0" name=""/>
        <dsp:cNvSpPr/>
      </dsp:nvSpPr>
      <dsp:spPr>
        <a:xfrm>
          <a:off x="1558234" y="5061865"/>
          <a:ext cx="13776857" cy="134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782" tIns="142782" rIns="142782" bIns="142782" numCol="1" spcCol="1270" anchor="ctr" anchorCtr="0">
          <a:noAutofit/>
        </a:bodyPr>
        <a:lstStyle/>
        <a:p>
          <a:pPr marL="0" lvl="0" indent="0" algn="l" defTabSz="977900">
            <a:lnSpc>
              <a:spcPct val="100000"/>
            </a:lnSpc>
            <a:spcBef>
              <a:spcPct val="0"/>
            </a:spcBef>
            <a:spcAft>
              <a:spcPct val="35000"/>
            </a:spcAft>
            <a:buNone/>
          </a:pPr>
          <a:r>
            <a:rPr lang="en-US" sz="2200" b="1" kern="1200" dirty="0"/>
            <a:t>Automation &amp; Consistency: </a:t>
          </a:r>
          <a:r>
            <a:rPr lang="en-US" sz="2200" kern="1200" dirty="0"/>
            <a:t>It ensures consistent environments by treating infrastructure as software code, enabling version control and automating deployment.</a:t>
          </a:r>
          <a:endParaRPr lang="en-US" sz="2200" b="1" kern="1200" dirty="0"/>
        </a:p>
      </dsp:txBody>
      <dsp:txXfrm>
        <a:off x="1558234" y="5061865"/>
        <a:ext cx="13776857" cy="1349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AB3D8-FCD0-7B4B-AEC4-BEB5F526F121}">
      <dsp:nvSpPr>
        <dsp:cNvPr id="0" name=""/>
        <dsp:cNvSpPr/>
      </dsp:nvSpPr>
      <dsp:spPr>
        <a:xfrm>
          <a:off x="1922502" y="2141188"/>
          <a:ext cx="1532011" cy="72"/>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19FE2B1-E986-8D48-B21A-800BD814BE20}">
      <dsp:nvSpPr>
        <dsp:cNvPr id="0" name=""/>
        <dsp:cNvSpPr/>
      </dsp:nvSpPr>
      <dsp:spPr>
        <a:xfrm>
          <a:off x="3546434" y="2012409"/>
          <a:ext cx="176181" cy="331237"/>
        </a:xfrm>
        <a:prstGeom prst="chevron">
          <a:avLst>
            <a:gd name="adj" fmla="val 9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BBF64C-E72F-9F48-8AD4-721E2E7A4905}">
      <dsp:nvSpPr>
        <dsp:cNvPr id="0" name=""/>
        <dsp:cNvSpPr/>
      </dsp:nvSpPr>
      <dsp:spPr>
        <a:xfrm>
          <a:off x="902905" y="1313129"/>
          <a:ext cx="1656189" cy="165618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269" tIns="64269" rIns="64269" bIns="64269" numCol="1" spcCol="1270" anchor="ctr" anchorCtr="0">
          <a:noAutofit/>
        </a:bodyPr>
        <a:lstStyle/>
        <a:p>
          <a:pPr marL="0" lvl="0" indent="0" algn="ctr" defTabSz="2667000">
            <a:lnSpc>
              <a:spcPct val="90000"/>
            </a:lnSpc>
            <a:spcBef>
              <a:spcPct val="0"/>
            </a:spcBef>
            <a:spcAft>
              <a:spcPct val="35000"/>
            </a:spcAft>
            <a:buNone/>
          </a:pPr>
          <a:r>
            <a:rPr lang="en-US" sz="6000" kern="1200"/>
            <a:t>1</a:t>
          </a:r>
        </a:p>
      </dsp:txBody>
      <dsp:txXfrm>
        <a:off x="1145448" y="1555672"/>
        <a:ext cx="1171103" cy="1171103"/>
      </dsp:txXfrm>
    </dsp:sp>
    <dsp:sp modelId="{1C3D33FF-D327-4E44-AA06-C94CE9339006}">
      <dsp:nvSpPr>
        <dsp:cNvPr id="0" name=""/>
        <dsp:cNvSpPr/>
      </dsp:nvSpPr>
      <dsp:spPr>
        <a:xfrm>
          <a:off x="7487" y="3144129"/>
          <a:ext cx="3447026" cy="1965600"/>
        </a:xfrm>
        <a:prstGeom prst="upArrowCallout">
          <a:avLst>
            <a:gd name="adj1" fmla="val 50000"/>
            <a:gd name="adj2" fmla="val 20000"/>
            <a:gd name="adj3" fmla="val 20000"/>
            <a:gd name="adj4" fmla="val 10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905" tIns="165100" rIns="271905" bIns="165100" numCol="1" spcCol="1270" anchor="t" anchorCtr="0">
          <a:noAutofit/>
        </a:bodyPr>
        <a:lstStyle/>
        <a:p>
          <a:pPr marL="0" lvl="0" indent="0" algn="l" defTabSz="711200">
            <a:lnSpc>
              <a:spcPct val="90000"/>
            </a:lnSpc>
            <a:spcBef>
              <a:spcPct val="0"/>
            </a:spcBef>
            <a:spcAft>
              <a:spcPct val="35000"/>
            </a:spcAft>
            <a:buNone/>
          </a:pPr>
          <a:r>
            <a:rPr lang="en-US" sz="1600" b="1" kern="1200" dirty="0"/>
            <a:t>Write: </a:t>
          </a:r>
        </a:p>
        <a:p>
          <a:pPr marL="0" lvl="0" indent="0" algn="l" defTabSz="711200">
            <a:lnSpc>
              <a:spcPct val="90000"/>
            </a:lnSpc>
            <a:spcBef>
              <a:spcPct val="0"/>
            </a:spcBef>
            <a:spcAft>
              <a:spcPct val="35000"/>
            </a:spcAft>
            <a:buNone/>
          </a:pPr>
          <a:r>
            <a:rPr lang="en-US" sz="1600" kern="1200" dirty="0"/>
            <a:t>Define resources in </a:t>
          </a:r>
          <a:r>
            <a:rPr lang="en-US" sz="1600" b="1" kern="1200" dirty="0"/>
            <a:t>.</a:t>
          </a:r>
          <a:r>
            <a:rPr lang="en-US" sz="1600" b="1" kern="1200" dirty="0" err="1"/>
            <a:t>tf</a:t>
          </a:r>
          <a:r>
            <a:rPr lang="en-US" sz="1600" b="1" kern="1200" dirty="0"/>
            <a:t> </a:t>
          </a:r>
          <a:r>
            <a:rPr lang="en-US" sz="1600" kern="1200" dirty="0"/>
            <a:t>files.</a:t>
          </a:r>
        </a:p>
      </dsp:txBody>
      <dsp:txXfrm>
        <a:off x="7487" y="3537249"/>
        <a:ext cx="3447026" cy="1572480"/>
      </dsp:txXfrm>
    </dsp:sp>
    <dsp:sp modelId="{164EEE5C-15D4-314A-A895-B91CA0014B8F}">
      <dsp:nvSpPr>
        <dsp:cNvPr id="0" name=""/>
        <dsp:cNvSpPr/>
      </dsp:nvSpPr>
      <dsp:spPr>
        <a:xfrm>
          <a:off x="3837516" y="2141188"/>
          <a:ext cx="3447026" cy="72"/>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5A400A-E1E3-4E4F-900A-2AB0E4CC0D80}">
      <dsp:nvSpPr>
        <dsp:cNvPr id="0" name=""/>
        <dsp:cNvSpPr/>
      </dsp:nvSpPr>
      <dsp:spPr>
        <a:xfrm>
          <a:off x="7376463" y="2012409"/>
          <a:ext cx="176181" cy="331237"/>
        </a:xfrm>
        <a:prstGeom prst="chevron">
          <a:avLst>
            <a:gd name="adj" fmla="val 9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5E4573-E8E1-1540-AB3F-910F47148B51}">
      <dsp:nvSpPr>
        <dsp:cNvPr id="0" name=""/>
        <dsp:cNvSpPr/>
      </dsp:nvSpPr>
      <dsp:spPr>
        <a:xfrm>
          <a:off x="4732935" y="1313129"/>
          <a:ext cx="1656189" cy="165618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269" tIns="64269" rIns="64269" bIns="64269" numCol="1" spcCol="1270" anchor="ctr" anchorCtr="0">
          <a:noAutofit/>
        </a:bodyPr>
        <a:lstStyle/>
        <a:p>
          <a:pPr marL="0" lvl="0" indent="0" algn="ctr" defTabSz="2667000">
            <a:lnSpc>
              <a:spcPct val="90000"/>
            </a:lnSpc>
            <a:spcBef>
              <a:spcPct val="0"/>
            </a:spcBef>
            <a:spcAft>
              <a:spcPct val="35000"/>
            </a:spcAft>
            <a:buNone/>
          </a:pPr>
          <a:r>
            <a:rPr lang="en-US" sz="6000" kern="1200"/>
            <a:t>2</a:t>
          </a:r>
        </a:p>
      </dsp:txBody>
      <dsp:txXfrm>
        <a:off x="4975478" y="1555672"/>
        <a:ext cx="1171103" cy="1171103"/>
      </dsp:txXfrm>
    </dsp:sp>
    <dsp:sp modelId="{68D524F6-3A5C-B848-ACFD-D7742DC32267}">
      <dsp:nvSpPr>
        <dsp:cNvPr id="0" name=""/>
        <dsp:cNvSpPr/>
      </dsp:nvSpPr>
      <dsp:spPr>
        <a:xfrm>
          <a:off x="3837516" y="3144129"/>
          <a:ext cx="3447026" cy="1965600"/>
        </a:xfrm>
        <a:prstGeom prst="upArrowCallout">
          <a:avLst>
            <a:gd name="adj1" fmla="val 50000"/>
            <a:gd name="adj2" fmla="val 20000"/>
            <a:gd name="adj3" fmla="val 20000"/>
            <a:gd name="adj4" fmla="val 10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905" tIns="165100" rIns="271905" bIns="165100" numCol="1" spcCol="1270" anchor="t" anchorCtr="0">
          <a:noAutofit/>
        </a:bodyPr>
        <a:lstStyle/>
        <a:p>
          <a:pPr marL="0" lvl="0" indent="0" algn="l" defTabSz="711200">
            <a:lnSpc>
              <a:spcPct val="90000"/>
            </a:lnSpc>
            <a:spcBef>
              <a:spcPct val="0"/>
            </a:spcBef>
            <a:spcAft>
              <a:spcPct val="35000"/>
            </a:spcAft>
            <a:buNone/>
          </a:pPr>
          <a:r>
            <a:rPr lang="en-US" sz="1600" b="1" kern="1200" dirty="0"/>
            <a:t>Init</a:t>
          </a:r>
          <a:r>
            <a:rPr lang="en-US" sz="1600" kern="1200" dirty="0"/>
            <a:t>: </a:t>
          </a:r>
        </a:p>
        <a:p>
          <a:pPr marL="0" lvl="0" indent="0" algn="l" defTabSz="711200">
            <a:lnSpc>
              <a:spcPct val="90000"/>
            </a:lnSpc>
            <a:spcBef>
              <a:spcPct val="0"/>
            </a:spcBef>
            <a:spcAft>
              <a:spcPct val="35000"/>
            </a:spcAft>
            <a:buNone/>
          </a:pPr>
          <a:r>
            <a:rPr lang="en-US" sz="1600" kern="1200" dirty="0"/>
            <a:t>Run </a:t>
          </a:r>
          <a:r>
            <a:rPr lang="en-US" sz="1600" b="1" kern="1200" dirty="0"/>
            <a:t>“terraform </a:t>
          </a:r>
          <a:r>
            <a:rPr lang="en-US" sz="1600" b="1" kern="1200" dirty="0" err="1"/>
            <a:t>init</a:t>
          </a:r>
          <a:r>
            <a:rPr lang="en-US" sz="1600" b="1" kern="1200" dirty="0"/>
            <a:t>” </a:t>
          </a:r>
          <a:r>
            <a:rPr lang="en-US" sz="1600" kern="1200" dirty="0"/>
            <a:t>to initialize a working directory containing Terraform configuration files.</a:t>
          </a:r>
        </a:p>
      </dsp:txBody>
      <dsp:txXfrm>
        <a:off x="3837516" y="3537249"/>
        <a:ext cx="3447026" cy="1572480"/>
      </dsp:txXfrm>
    </dsp:sp>
    <dsp:sp modelId="{EA7C12BE-6A1E-AE47-8A40-326618925E6C}">
      <dsp:nvSpPr>
        <dsp:cNvPr id="0" name=""/>
        <dsp:cNvSpPr/>
      </dsp:nvSpPr>
      <dsp:spPr>
        <a:xfrm>
          <a:off x="7667546" y="2141188"/>
          <a:ext cx="3447026" cy="72"/>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93B7CD0-50CA-4E46-9DCE-7A6CFBD4C55C}">
      <dsp:nvSpPr>
        <dsp:cNvPr id="0" name=""/>
        <dsp:cNvSpPr/>
      </dsp:nvSpPr>
      <dsp:spPr>
        <a:xfrm>
          <a:off x="11206492" y="2012409"/>
          <a:ext cx="176181" cy="331237"/>
        </a:xfrm>
        <a:prstGeom prst="chevron">
          <a:avLst>
            <a:gd name="adj" fmla="val 9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E9A5A4-2C0B-1648-96AB-119336A7D5F2}">
      <dsp:nvSpPr>
        <dsp:cNvPr id="0" name=""/>
        <dsp:cNvSpPr/>
      </dsp:nvSpPr>
      <dsp:spPr>
        <a:xfrm>
          <a:off x="8562964" y="1313129"/>
          <a:ext cx="1656189" cy="1656189"/>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269" tIns="64269" rIns="64269" bIns="64269" numCol="1" spcCol="1270" anchor="ctr" anchorCtr="0">
          <a:noAutofit/>
        </a:bodyPr>
        <a:lstStyle/>
        <a:p>
          <a:pPr marL="0" lvl="0" indent="0" algn="ctr" defTabSz="2667000">
            <a:lnSpc>
              <a:spcPct val="90000"/>
            </a:lnSpc>
            <a:spcBef>
              <a:spcPct val="0"/>
            </a:spcBef>
            <a:spcAft>
              <a:spcPct val="35000"/>
            </a:spcAft>
            <a:buNone/>
          </a:pPr>
          <a:r>
            <a:rPr lang="en-US" sz="6000" kern="1200"/>
            <a:t>3</a:t>
          </a:r>
        </a:p>
      </dsp:txBody>
      <dsp:txXfrm>
        <a:off x="8805507" y="1555672"/>
        <a:ext cx="1171103" cy="1171103"/>
      </dsp:txXfrm>
    </dsp:sp>
    <dsp:sp modelId="{9C38BACF-646C-C941-A101-7DCE78292E6E}">
      <dsp:nvSpPr>
        <dsp:cNvPr id="0" name=""/>
        <dsp:cNvSpPr/>
      </dsp:nvSpPr>
      <dsp:spPr>
        <a:xfrm>
          <a:off x="7667546" y="3144129"/>
          <a:ext cx="3447026" cy="1965600"/>
        </a:xfrm>
        <a:prstGeom prst="upArrowCallout">
          <a:avLst>
            <a:gd name="adj1" fmla="val 50000"/>
            <a:gd name="adj2" fmla="val 20000"/>
            <a:gd name="adj3" fmla="val 20000"/>
            <a:gd name="adj4" fmla="val 10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905" tIns="165100" rIns="271905" bIns="165100" numCol="1" spcCol="1270" anchor="t" anchorCtr="0">
          <a:noAutofit/>
        </a:bodyPr>
        <a:lstStyle/>
        <a:p>
          <a:pPr marL="0" lvl="0" indent="0" algn="l" defTabSz="711200">
            <a:lnSpc>
              <a:spcPct val="90000"/>
            </a:lnSpc>
            <a:spcBef>
              <a:spcPct val="0"/>
            </a:spcBef>
            <a:spcAft>
              <a:spcPct val="35000"/>
            </a:spcAft>
            <a:buNone/>
          </a:pPr>
          <a:r>
            <a:rPr lang="en-US" sz="1600" b="1" kern="1200" dirty="0"/>
            <a:t>Plan: </a:t>
          </a:r>
        </a:p>
        <a:p>
          <a:pPr marL="0" lvl="0" indent="0" algn="l" defTabSz="711200">
            <a:lnSpc>
              <a:spcPct val="90000"/>
            </a:lnSpc>
            <a:spcBef>
              <a:spcPct val="0"/>
            </a:spcBef>
            <a:spcAft>
              <a:spcPct val="35000"/>
            </a:spcAft>
            <a:buNone/>
          </a:pPr>
          <a:r>
            <a:rPr lang="en-US" sz="1600" kern="1200" dirty="0"/>
            <a:t>Run </a:t>
          </a:r>
          <a:r>
            <a:rPr lang="en-US" sz="1600" b="1" kern="1200" dirty="0"/>
            <a:t>“terraform plan”</a:t>
          </a:r>
          <a:r>
            <a:rPr lang="en-US" sz="1600" b="1" i="1" kern="1200" dirty="0"/>
            <a:t> </a:t>
          </a:r>
          <a:r>
            <a:rPr lang="en-US" sz="1600" kern="1200" dirty="0"/>
            <a:t>to preview changes before they are applied.</a:t>
          </a:r>
        </a:p>
      </dsp:txBody>
      <dsp:txXfrm>
        <a:off x="7667546" y="3537249"/>
        <a:ext cx="3447026" cy="1572480"/>
      </dsp:txXfrm>
    </dsp:sp>
    <dsp:sp modelId="{050FA380-3640-4B43-B6EC-7EBECB58F953}">
      <dsp:nvSpPr>
        <dsp:cNvPr id="0" name=""/>
        <dsp:cNvSpPr/>
      </dsp:nvSpPr>
      <dsp:spPr>
        <a:xfrm>
          <a:off x="11497575" y="2141187"/>
          <a:ext cx="1723513" cy="72"/>
        </a:xfrm>
        <a:prstGeom prst="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C176FB-573E-8743-A0A4-5696563565E9}">
      <dsp:nvSpPr>
        <dsp:cNvPr id="0" name=""/>
        <dsp:cNvSpPr/>
      </dsp:nvSpPr>
      <dsp:spPr>
        <a:xfrm>
          <a:off x="12383782" y="1303918"/>
          <a:ext cx="1674611" cy="1674611"/>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984" tIns="64984" rIns="64984" bIns="64984" numCol="1" spcCol="1270" anchor="ctr" anchorCtr="0">
          <a:noAutofit/>
        </a:bodyPr>
        <a:lstStyle/>
        <a:p>
          <a:pPr marL="0" lvl="0" indent="0" algn="ctr" defTabSz="2667000">
            <a:lnSpc>
              <a:spcPct val="90000"/>
            </a:lnSpc>
            <a:spcBef>
              <a:spcPct val="0"/>
            </a:spcBef>
            <a:spcAft>
              <a:spcPct val="35000"/>
            </a:spcAft>
            <a:buNone/>
          </a:pPr>
          <a:r>
            <a:rPr lang="en-US" sz="6000" kern="1200"/>
            <a:t>4</a:t>
          </a:r>
        </a:p>
      </dsp:txBody>
      <dsp:txXfrm>
        <a:off x="12629023" y="1549159"/>
        <a:ext cx="1184129" cy="1184129"/>
      </dsp:txXfrm>
    </dsp:sp>
    <dsp:sp modelId="{9723ADC8-8891-1D49-8993-077B33ECBF3A}">
      <dsp:nvSpPr>
        <dsp:cNvPr id="0" name=""/>
        <dsp:cNvSpPr/>
      </dsp:nvSpPr>
      <dsp:spPr>
        <a:xfrm>
          <a:off x="11497575" y="3144129"/>
          <a:ext cx="3447026" cy="1965600"/>
        </a:xfrm>
        <a:prstGeom prst="upArrowCallout">
          <a:avLst>
            <a:gd name="adj1" fmla="val 50000"/>
            <a:gd name="adj2" fmla="val 20000"/>
            <a:gd name="adj3" fmla="val 20000"/>
            <a:gd name="adj4" fmla="val 100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905" tIns="165100" rIns="271905" bIns="165100" numCol="1" spcCol="1270" anchor="t" anchorCtr="0">
          <a:noAutofit/>
        </a:bodyPr>
        <a:lstStyle/>
        <a:p>
          <a:pPr marL="0" lvl="0" indent="0" algn="l" defTabSz="711200">
            <a:lnSpc>
              <a:spcPct val="90000"/>
            </a:lnSpc>
            <a:spcBef>
              <a:spcPct val="0"/>
            </a:spcBef>
            <a:spcAft>
              <a:spcPct val="35000"/>
            </a:spcAft>
            <a:buNone/>
          </a:pPr>
          <a:r>
            <a:rPr lang="en-US" sz="1600" b="1" kern="1200" dirty="0"/>
            <a:t>Apply</a:t>
          </a:r>
          <a:r>
            <a:rPr lang="en-US" sz="1600" kern="1200" dirty="0"/>
            <a:t>: </a:t>
          </a:r>
        </a:p>
        <a:p>
          <a:pPr marL="0" lvl="0" indent="0" algn="l" defTabSz="711200">
            <a:lnSpc>
              <a:spcPct val="90000"/>
            </a:lnSpc>
            <a:spcBef>
              <a:spcPct val="0"/>
            </a:spcBef>
            <a:spcAft>
              <a:spcPct val="35000"/>
            </a:spcAft>
            <a:buNone/>
          </a:pPr>
          <a:r>
            <a:rPr lang="en-US" sz="1600" kern="1200" dirty="0"/>
            <a:t>Run </a:t>
          </a:r>
          <a:r>
            <a:rPr lang="en-US" sz="1600" b="1" kern="1200" dirty="0"/>
            <a:t>“terraform apply” </a:t>
          </a:r>
          <a:r>
            <a:rPr lang="en-US" sz="1600" kern="1200" dirty="0"/>
            <a:t>to execute the changes.</a:t>
          </a:r>
        </a:p>
      </dsp:txBody>
      <dsp:txXfrm>
        <a:off x="11497575" y="3537249"/>
        <a:ext cx="3447026" cy="15724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ACD4F-171A-4A24-9459-FF4C83260A8C}">
      <dsp:nvSpPr>
        <dsp:cNvPr id="0" name=""/>
        <dsp:cNvSpPr/>
      </dsp:nvSpPr>
      <dsp:spPr>
        <a:xfrm>
          <a:off x="0" y="1734"/>
          <a:ext cx="15335092" cy="73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90D437-1C05-446D-BC5D-34E55DC1A70D}">
      <dsp:nvSpPr>
        <dsp:cNvPr id="0" name=""/>
        <dsp:cNvSpPr/>
      </dsp:nvSpPr>
      <dsp:spPr>
        <a:xfrm>
          <a:off x="223583" y="168036"/>
          <a:ext cx="406516" cy="4065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3CB3F0-FED6-462C-8221-05BE9981ACF2}">
      <dsp:nvSpPr>
        <dsp:cNvPr id="0" name=""/>
        <dsp:cNvSpPr/>
      </dsp:nvSpPr>
      <dsp:spPr>
        <a:xfrm>
          <a:off x="853683" y="1734"/>
          <a:ext cx="14481408" cy="73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24" tIns="78224" rIns="78224" bIns="78224" numCol="1" spcCol="1270" anchor="ctr" anchorCtr="0">
          <a:noAutofit/>
        </a:bodyPr>
        <a:lstStyle/>
        <a:p>
          <a:pPr marL="0" lvl="0" indent="0" algn="l" defTabSz="844550">
            <a:lnSpc>
              <a:spcPct val="100000"/>
            </a:lnSpc>
            <a:spcBef>
              <a:spcPct val="0"/>
            </a:spcBef>
            <a:spcAft>
              <a:spcPct val="35000"/>
            </a:spcAft>
            <a:buNone/>
          </a:pPr>
          <a:r>
            <a:rPr lang="en-US" sz="1900" b="1" kern="1200" dirty="0" err="1"/>
            <a:t>main.tf</a:t>
          </a:r>
          <a:r>
            <a:rPr lang="en-US" sz="1900" b="1" kern="1200" dirty="0"/>
            <a:t>: </a:t>
          </a:r>
          <a:r>
            <a:rPr lang="en-US" sz="1900" kern="1200" dirty="0"/>
            <a:t>The primary entry point containing resource definitions.</a:t>
          </a:r>
        </a:p>
      </dsp:txBody>
      <dsp:txXfrm>
        <a:off x="853683" y="1734"/>
        <a:ext cx="14481408" cy="739120"/>
      </dsp:txXfrm>
    </dsp:sp>
    <dsp:sp modelId="{9524D6DF-CF9B-449C-B630-4DD4C4A3FFA1}">
      <dsp:nvSpPr>
        <dsp:cNvPr id="0" name=""/>
        <dsp:cNvSpPr/>
      </dsp:nvSpPr>
      <dsp:spPr>
        <a:xfrm>
          <a:off x="0" y="925634"/>
          <a:ext cx="15335092" cy="73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B3CFC-6D03-4F22-8B79-405E608E2558}">
      <dsp:nvSpPr>
        <dsp:cNvPr id="0" name=""/>
        <dsp:cNvSpPr/>
      </dsp:nvSpPr>
      <dsp:spPr>
        <a:xfrm>
          <a:off x="223583" y="1091936"/>
          <a:ext cx="406516" cy="4065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BC0F9-342D-4F2C-9425-94679449B557}">
      <dsp:nvSpPr>
        <dsp:cNvPr id="0" name=""/>
        <dsp:cNvSpPr/>
      </dsp:nvSpPr>
      <dsp:spPr>
        <a:xfrm>
          <a:off x="853683" y="925634"/>
          <a:ext cx="14481408" cy="73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24" tIns="78224" rIns="78224" bIns="78224" numCol="1" spcCol="1270" anchor="ctr" anchorCtr="0">
          <a:noAutofit/>
        </a:bodyPr>
        <a:lstStyle/>
        <a:p>
          <a:pPr marL="0" lvl="0" indent="0" algn="l" defTabSz="844550">
            <a:lnSpc>
              <a:spcPct val="100000"/>
            </a:lnSpc>
            <a:spcBef>
              <a:spcPct val="0"/>
            </a:spcBef>
            <a:spcAft>
              <a:spcPct val="35000"/>
            </a:spcAft>
            <a:buNone/>
          </a:pPr>
          <a:r>
            <a:rPr lang="en-US" sz="1900" b="1" kern="1200" dirty="0" err="1"/>
            <a:t>variables.tf</a:t>
          </a:r>
          <a:r>
            <a:rPr lang="en-US" sz="1900" b="1" kern="1200" dirty="0"/>
            <a:t>: </a:t>
          </a:r>
          <a:r>
            <a:rPr lang="en-US" sz="1900" kern="1200" dirty="0"/>
            <a:t>Declarations for all input variables.</a:t>
          </a:r>
        </a:p>
      </dsp:txBody>
      <dsp:txXfrm>
        <a:off x="853683" y="925634"/>
        <a:ext cx="14481408" cy="739120"/>
      </dsp:txXfrm>
    </dsp:sp>
    <dsp:sp modelId="{29D6D145-80A3-4493-B317-928F93F01087}">
      <dsp:nvSpPr>
        <dsp:cNvPr id="0" name=""/>
        <dsp:cNvSpPr/>
      </dsp:nvSpPr>
      <dsp:spPr>
        <a:xfrm>
          <a:off x="0" y="1849535"/>
          <a:ext cx="15335092" cy="73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125876-25FA-4DEC-B6F4-866572BCF16F}">
      <dsp:nvSpPr>
        <dsp:cNvPr id="0" name=""/>
        <dsp:cNvSpPr/>
      </dsp:nvSpPr>
      <dsp:spPr>
        <a:xfrm>
          <a:off x="223583" y="2015837"/>
          <a:ext cx="406516" cy="4065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2A39DF-1C10-47ED-A94F-1553E069AFAA}">
      <dsp:nvSpPr>
        <dsp:cNvPr id="0" name=""/>
        <dsp:cNvSpPr/>
      </dsp:nvSpPr>
      <dsp:spPr>
        <a:xfrm>
          <a:off x="853683" y="1849535"/>
          <a:ext cx="14481408" cy="73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24" tIns="78224" rIns="78224" bIns="78224" numCol="1" spcCol="1270" anchor="ctr" anchorCtr="0">
          <a:noAutofit/>
        </a:bodyPr>
        <a:lstStyle/>
        <a:p>
          <a:pPr marL="0" lvl="0" indent="0" algn="l" defTabSz="844550">
            <a:lnSpc>
              <a:spcPct val="100000"/>
            </a:lnSpc>
            <a:spcBef>
              <a:spcPct val="0"/>
            </a:spcBef>
            <a:spcAft>
              <a:spcPct val="35000"/>
            </a:spcAft>
            <a:buNone/>
          </a:pPr>
          <a:r>
            <a:rPr lang="en-US" sz="1900" b="1" kern="1200" dirty="0" err="1"/>
            <a:t>outputs.tf</a:t>
          </a:r>
          <a:r>
            <a:rPr lang="en-US" sz="1900" b="1" kern="1200" dirty="0"/>
            <a:t>: </a:t>
          </a:r>
          <a:r>
            <a:rPr lang="en-US" sz="1900" kern="1200" dirty="0"/>
            <a:t>Definitions for data to be returned after an apply.</a:t>
          </a:r>
        </a:p>
      </dsp:txBody>
      <dsp:txXfrm>
        <a:off x="853683" y="1849535"/>
        <a:ext cx="14481408" cy="739120"/>
      </dsp:txXfrm>
    </dsp:sp>
    <dsp:sp modelId="{88397540-617C-C64B-BED1-E7741F0F2E05}">
      <dsp:nvSpPr>
        <dsp:cNvPr id="0" name=""/>
        <dsp:cNvSpPr/>
      </dsp:nvSpPr>
      <dsp:spPr>
        <a:xfrm>
          <a:off x="0" y="2773435"/>
          <a:ext cx="15335092" cy="73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0A0675-7A40-BC49-BAD2-1FBF376F38BB}">
      <dsp:nvSpPr>
        <dsp:cNvPr id="0" name=""/>
        <dsp:cNvSpPr/>
      </dsp:nvSpPr>
      <dsp:spPr>
        <a:xfrm>
          <a:off x="223583" y="2939737"/>
          <a:ext cx="406516" cy="4065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7E3DC4-CC5D-C44B-9F56-26453D822574}">
      <dsp:nvSpPr>
        <dsp:cNvPr id="0" name=""/>
        <dsp:cNvSpPr/>
      </dsp:nvSpPr>
      <dsp:spPr>
        <a:xfrm>
          <a:off x="853683" y="2773435"/>
          <a:ext cx="14481408" cy="73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24" tIns="78224" rIns="78224" bIns="78224" numCol="1" spcCol="1270" anchor="ctr" anchorCtr="0">
          <a:noAutofit/>
        </a:bodyPr>
        <a:lstStyle/>
        <a:p>
          <a:pPr marL="0" lvl="0" indent="0" algn="l" defTabSz="844550">
            <a:lnSpc>
              <a:spcPct val="100000"/>
            </a:lnSpc>
            <a:spcBef>
              <a:spcPct val="0"/>
            </a:spcBef>
            <a:spcAft>
              <a:spcPct val="35000"/>
            </a:spcAft>
            <a:buNone/>
          </a:pPr>
          <a:r>
            <a:rPr lang="en-US" sz="1900" b="1" kern="1200" dirty="0" err="1"/>
            <a:t>providers.tf</a:t>
          </a:r>
          <a:r>
            <a:rPr lang="en-US" sz="1900" b="1" kern="1200" dirty="0"/>
            <a:t>: </a:t>
          </a:r>
          <a:r>
            <a:rPr lang="en-US" sz="1900" kern="1200" dirty="0"/>
            <a:t>Configuration for cloud providers (e.g., Azure, AWS).</a:t>
          </a:r>
          <a:endParaRPr lang="en-US" sz="1900" b="1" kern="1200" dirty="0"/>
        </a:p>
      </dsp:txBody>
      <dsp:txXfrm>
        <a:off x="853683" y="2773435"/>
        <a:ext cx="14481408" cy="739120"/>
      </dsp:txXfrm>
    </dsp:sp>
    <dsp:sp modelId="{D4CC9167-6FA9-FF46-9D12-75D93F1F4124}">
      <dsp:nvSpPr>
        <dsp:cNvPr id="0" name=""/>
        <dsp:cNvSpPr/>
      </dsp:nvSpPr>
      <dsp:spPr>
        <a:xfrm>
          <a:off x="0" y="3697335"/>
          <a:ext cx="15335092" cy="73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AD3DC5-2F80-284B-BBF8-BBF9728E8B1F}">
      <dsp:nvSpPr>
        <dsp:cNvPr id="0" name=""/>
        <dsp:cNvSpPr/>
      </dsp:nvSpPr>
      <dsp:spPr>
        <a:xfrm>
          <a:off x="223583" y="3863637"/>
          <a:ext cx="406516" cy="4065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F661A4-07EF-C744-9B52-CA7B5D054234}">
      <dsp:nvSpPr>
        <dsp:cNvPr id="0" name=""/>
        <dsp:cNvSpPr/>
      </dsp:nvSpPr>
      <dsp:spPr>
        <a:xfrm>
          <a:off x="853683" y="3697335"/>
          <a:ext cx="14481408" cy="73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24" tIns="78224" rIns="78224" bIns="78224" numCol="1" spcCol="1270" anchor="ctr" anchorCtr="0">
          <a:noAutofit/>
        </a:bodyPr>
        <a:lstStyle/>
        <a:p>
          <a:pPr marL="0" lvl="0" indent="0" algn="l" defTabSz="844550">
            <a:lnSpc>
              <a:spcPct val="100000"/>
            </a:lnSpc>
            <a:spcBef>
              <a:spcPct val="0"/>
            </a:spcBef>
            <a:spcAft>
              <a:spcPct val="35000"/>
            </a:spcAft>
            <a:buNone/>
          </a:pPr>
          <a:r>
            <a:rPr lang="en-US" sz="1900" b="1" kern="1200"/>
            <a:t>terraform.tfvars: </a:t>
          </a:r>
          <a:r>
            <a:rPr lang="en-US" sz="1900" kern="1200"/>
            <a:t>(Optional) File containing actual values for the defined variables.</a:t>
          </a:r>
          <a:endParaRPr lang="en-US" sz="1900" kern="1200" dirty="0"/>
        </a:p>
      </dsp:txBody>
      <dsp:txXfrm>
        <a:off x="853683" y="3697335"/>
        <a:ext cx="14481408" cy="739120"/>
      </dsp:txXfrm>
    </dsp:sp>
    <dsp:sp modelId="{E5EA4DDE-E44F-6646-B4B6-230A93DE2FED}">
      <dsp:nvSpPr>
        <dsp:cNvPr id="0" name=""/>
        <dsp:cNvSpPr/>
      </dsp:nvSpPr>
      <dsp:spPr>
        <a:xfrm>
          <a:off x="0" y="4621236"/>
          <a:ext cx="15335092" cy="7391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3873E3-F2F0-914C-9B2F-14DA90BEC370}">
      <dsp:nvSpPr>
        <dsp:cNvPr id="0" name=""/>
        <dsp:cNvSpPr/>
      </dsp:nvSpPr>
      <dsp:spPr>
        <a:xfrm>
          <a:off x="223583" y="4787538"/>
          <a:ext cx="406516" cy="406516"/>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2D4AB00-116A-AA47-8CD9-33E726317C36}">
      <dsp:nvSpPr>
        <dsp:cNvPr id="0" name=""/>
        <dsp:cNvSpPr/>
      </dsp:nvSpPr>
      <dsp:spPr>
        <a:xfrm>
          <a:off x="853683" y="4621236"/>
          <a:ext cx="14481408" cy="739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8224" tIns="78224" rIns="78224" bIns="78224" numCol="1" spcCol="1270" anchor="ctr" anchorCtr="0">
          <a:noAutofit/>
        </a:bodyPr>
        <a:lstStyle/>
        <a:p>
          <a:pPr marL="0" lvl="0" indent="0" algn="l" defTabSz="844550">
            <a:lnSpc>
              <a:spcPct val="100000"/>
            </a:lnSpc>
            <a:spcBef>
              <a:spcPct val="0"/>
            </a:spcBef>
            <a:spcAft>
              <a:spcPct val="35000"/>
            </a:spcAft>
            <a:buNone/>
          </a:pPr>
          <a:r>
            <a:rPr lang="en-US" sz="1900" b="1" kern="1200"/>
            <a:t>backend.tf: </a:t>
          </a:r>
          <a:r>
            <a:rPr lang="en-US" sz="1900" kern="1200"/>
            <a:t>Configuration for remote state storage (e.g., Azure Blob Storage, S3, Terraform Cloud).</a:t>
          </a:r>
          <a:endParaRPr lang="en-US" sz="1900" kern="1200" dirty="0"/>
        </a:p>
      </dsp:txBody>
      <dsp:txXfrm>
        <a:off x="853683" y="4621236"/>
        <a:ext cx="14481408" cy="7391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ACD4F-171A-4A24-9459-FF4C83260A8C}">
      <dsp:nvSpPr>
        <dsp:cNvPr id="0" name=""/>
        <dsp:cNvSpPr/>
      </dsp:nvSpPr>
      <dsp:spPr>
        <a:xfrm>
          <a:off x="0" y="5010"/>
          <a:ext cx="15335092" cy="10672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90D437-1C05-446D-BC5D-34E55DC1A70D}">
      <dsp:nvSpPr>
        <dsp:cNvPr id="0" name=""/>
        <dsp:cNvSpPr/>
      </dsp:nvSpPr>
      <dsp:spPr>
        <a:xfrm>
          <a:off x="322849" y="245146"/>
          <a:ext cx="586999" cy="58699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3CB3F0-FED6-462C-8221-05BE9981ACF2}">
      <dsp:nvSpPr>
        <dsp:cNvPr id="0" name=""/>
        <dsp:cNvSpPr/>
      </dsp:nvSpPr>
      <dsp:spPr>
        <a:xfrm>
          <a:off x="1232698" y="5010"/>
          <a:ext cx="14102393" cy="1067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953" tIns="112953" rIns="112953" bIns="112953" numCol="1" spcCol="1270" anchor="ctr" anchorCtr="0">
          <a:noAutofit/>
        </a:bodyPr>
        <a:lstStyle/>
        <a:p>
          <a:pPr marL="0" lvl="0" indent="0" algn="l" defTabSz="844550">
            <a:lnSpc>
              <a:spcPct val="100000"/>
            </a:lnSpc>
            <a:spcBef>
              <a:spcPct val="0"/>
            </a:spcBef>
            <a:spcAft>
              <a:spcPct val="35000"/>
            </a:spcAft>
            <a:buNone/>
          </a:pPr>
          <a:r>
            <a:rPr lang="en-US" sz="1900" b="1" kern="1200" dirty="0"/>
            <a:t>Root directory: </a:t>
          </a:r>
          <a:r>
            <a:rPr lang="en-US" sz="1900" kern="1200" dirty="0"/>
            <a:t>Contains </a:t>
          </a:r>
          <a:r>
            <a:rPr lang="en-US" sz="1900" kern="1200" dirty="0" err="1"/>
            <a:t>main.tf</a:t>
          </a:r>
          <a:r>
            <a:rPr lang="en-US" sz="1900" kern="1200" dirty="0"/>
            <a:t>, </a:t>
          </a:r>
          <a:r>
            <a:rPr lang="en-US" sz="1900" kern="1200" dirty="0" err="1"/>
            <a:t>variables.tf</a:t>
          </a:r>
          <a:r>
            <a:rPr lang="en-US" sz="1900" kern="1200" dirty="0"/>
            <a:t>, and </a:t>
          </a:r>
          <a:r>
            <a:rPr lang="en-US" sz="1900" kern="1200" dirty="0" err="1"/>
            <a:t>outputs.tf</a:t>
          </a:r>
          <a:r>
            <a:rPr lang="en-US" sz="1900" kern="1200" dirty="0"/>
            <a:t>.</a:t>
          </a:r>
        </a:p>
      </dsp:txBody>
      <dsp:txXfrm>
        <a:off x="1232698" y="5010"/>
        <a:ext cx="14102393" cy="1067271"/>
      </dsp:txXfrm>
    </dsp:sp>
    <dsp:sp modelId="{9524D6DF-CF9B-449C-B630-4DD4C4A3FFA1}">
      <dsp:nvSpPr>
        <dsp:cNvPr id="0" name=""/>
        <dsp:cNvSpPr/>
      </dsp:nvSpPr>
      <dsp:spPr>
        <a:xfrm>
          <a:off x="0" y="1339099"/>
          <a:ext cx="15335092" cy="10672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B3CFC-6D03-4F22-8B79-405E608E2558}">
      <dsp:nvSpPr>
        <dsp:cNvPr id="0" name=""/>
        <dsp:cNvSpPr/>
      </dsp:nvSpPr>
      <dsp:spPr>
        <a:xfrm>
          <a:off x="322849" y="1579235"/>
          <a:ext cx="586999" cy="58699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BC0F9-342D-4F2C-9425-94679449B557}">
      <dsp:nvSpPr>
        <dsp:cNvPr id="0" name=""/>
        <dsp:cNvSpPr/>
      </dsp:nvSpPr>
      <dsp:spPr>
        <a:xfrm>
          <a:off x="1232698" y="1339099"/>
          <a:ext cx="14102393" cy="1067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953" tIns="112953" rIns="112953" bIns="112953" numCol="1" spcCol="1270" anchor="ctr" anchorCtr="0">
          <a:noAutofit/>
        </a:bodyPr>
        <a:lstStyle/>
        <a:p>
          <a:pPr marL="0" lvl="0" indent="0" algn="l" defTabSz="844550">
            <a:lnSpc>
              <a:spcPct val="100000"/>
            </a:lnSpc>
            <a:spcBef>
              <a:spcPct val="0"/>
            </a:spcBef>
            <a:spcAft>
              <a:spcPct val="35000"/>
            </a:spcAft>
            <a:buNone/>
          </a:pPr>
          <a:r>
            <a:rPr lang="en-US" sz="1900" b="1" kern="1200" dirty="0" err="1"/>
            <a:t>README.md</a:t>
          </a:r>
          <a:r>
            <a:rPr lang="en-US" sz="1900" b="1" kern="1200" dirty="0"/>
            <a:t>:</a:t>
          </a:r>
          <a:r>
            <a:rPr lang="en-US" sz="1900" kern="1200" dirty="0"/>
            <a:t> Essential documentation for the module.</a:t>
          </a:r>
        </a:p>
      </dsp:txBody>
      <dsp:txXfrm>
        <a:off x="1232698" y="1339099"/>
        <a:ext cx="14102393" cy="1067271"/>
      </dsp:txXfrm>
    </dsp:sp>
    <dsp:sp modelId="{29D6D145-80A3-4493-B317-928F93F01087}">
      <dsp:nvSpPr>
        <dsp:cNvPr id="0" name=""/>
        <dsp:cNvSpPr/>
      </dsp:nvSpPr>
      <dsp:spPr>
        <a:xfrm>
          <a:off x="0" y="2673188"/>
          <a:ext cx="15335092" cy="10672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125876-25FA-4DEC-B6F4-866572BCF16F}">
      <dsp:nvSpPr>
        <dsp:cNvPr id="0" name=""/>
        <dsp:cNvSpPr/>
      </dsp:nvSpPr>
      <dsp:spPr>
        <a:xfrm>
          <a:off x="322849" y="2913324"/>
          <a:ext cx="586999" cy="58699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2A39DF-1C10-47ED-A94F-1553E069AFAA}">
      <dsp:nvSpPr>
        <dsp:cNvPr id="0" name=""/>
        <dsp:cNvSpPr/>
      </dsp:nvSpPr>
      <dsp:spPr>
        <a:xfrm>
          <a:off x="1232698" y="2673188"/>
          <a:ext cx="14102393" cy="1067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953" tIns="112953" rIns="112953" bIns="112953" numCol="1" spcCol="1270" anchor="ctr" anchorCtr="0">
          <a:noAutofit/>
        </a:bodyPr>
        <a:lstStyle/>
        <a:p>
          <a:pPr marL="0" lvl="0" indent="0" algn="l" defTabSz="844550">
            <a:lnSpc>
              <a:spcPct val="100000"/>
            </a:lnSpc>
            <a:spcBef>
              <a:spcPct val="0"/>
            </a:spcBef>
            <a:spcAft>
              <a:spcPct val="35000"/>
            </a:spcAft>
            <a:buNone/>
          </a:pPr>
          <a:r>
            <a:rPr lang="en-US" sz="1900" b="1" kern="1200" dirty="0"/>
            <a:t>LICENSE:</a:t>
          </a:r>
          <a:r>
            <a:rPr lang="en-US" sz="1900" kern="1200" dirty="0"/>
            <a:t> (Optional) Legal terms for module usage.</a:t>
          </a:r>
        </a:p>
      </dsp:txBody>
      <dsp:txXfrm>
        <a:off x="1232698" y="2673188"/>
        <a:ext cx="14102393" cy="1067271"/>
      </dsp:txXfrm>
    </dsp:sp>
    <dsp:sp modelId="{88397540-617C-C64B-BED1-E7741F0F2E05}">
      <dsp:nvSpPr>
        <dsp:cNvPr id="0" name=""/>
        <dsp:cNvSpPr/>
      </dsp:nvSpPr>
      <dsp:spPr>
        <a:xfrm>
          <a:off x="0" y="4007277"/>
          <a:ext cx="15335092" cy="10672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30A0675-7A40-BC49-BAD2-1FBF376F38BB}">
      <dsp:nvSpPr>
        <dsp:cNvPr id="0" name=""/>
        <dsp:cNvSpPr/>
      </dsp:nvSpPr>
      <dsp:spPr>
        <a:xfrm>
          <a:off x="322849" y="4247413"/>
          <a:ext cx="586999" cy="58699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D7E3DC4-CC5D-C44B-9F56-26453D822574}">
      <dsp:nvSpPr>
        <dsp:cNvPr id="0" name=""/>
        <dsp:cNvSpPr/>
      </dsp:nvSpPr>
      <dsp:spPr>
        <a:xfrm>
          <a:off x="1232698" y="4007277"/>
          <a:ext cx="14102393" cy="1067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953" tIns="112953" rIns="112953" bIns="112953" numCol="1" spcCol="1270" anchor="ctr" anchorCtr="0">
          <a:noAutofit/>
        </a:bodyPr>
        <a:lstStyle/>
        <a:p>
          <a:pPr marL="0" lvl="0" indent="0" algn="l" defTabSz="844550">
            <a:lnSpc>
              <a:spcPct val="100000"/>
            </a:lnSpc>
            <a:spcBef>
              <a:spcPct val="0"/>
            </a:spcBef>
            <a:spcAft>
              <a:spcPct val="35000"/>
            </a:spcAft>
            <a:buNone/>
          </a:pPr>
          <a:r>
            <a:rPr lang="en-US" sz="1900" b="1" kern="1200" dirty="0"/>
            <a:t>examples/: </a:t>
          </a:r>
          <a:r>
            <a:rPr lang="en-US" sz="1900" kern="1200" dirty="0"/>
            <a:t>(Optional) Subdirectories with sample configurations showing how to use the module.</a:t>
          </a:r>
          <a:endParaRPr lang="en-US" sz="1900" b="1" kern="1200" dirty="0"/>
        </a:p>
      </dsp:txBody>
      <dsp:txXfrm>
        <a:off x="1232698" y="4007277"/>
        <a:ext cx="14102393" cy="1067271"/>
      </dsp:txXfrm>
    </dsp:sp>
    <dsp:sp modelId="{630D541F-ADF8-E248-9910-4E6C59492B2D}">
      <dsp:nvSpPr>
        <dsp:cNvPr id="0" name=""/>
        <dsp:cNvSpPr/>
      </dsp:nvSpPr>
      <dsp:spPr>
        <a:xfrm>
          <a:off x="0" y="5341366"/>
          <a:ext cx="15335092" cy="10672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B8A135-B8ED-0F4F-AD59-0D3CF13D499C}">
      <dsp:nvSpPr>
        <dsp:cNvPr id="0" name=""/>
        <dsp:cNvSpPr/>
      </dsp:nvSpPr>
      <dsp:spPr>
        <a:xfrm>
          <a:off x="322849" y="5581502"/>
          <a:ext cx="586999" cy="586999"/>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CCDEAC-F5DD-404F-83E4-A5C9E620CF3A}">
      <dsp:nvSpPr>
        <dsp:cNvPr id="0" name=""/>
        <dsp:cNvSpPr/>
      </dsp:nvSpPr>
      <dsp:spPr>
        <a:xfrm>
          <a:off x="1232698" y="5341366"/>
          <a:ext cx="14102393" cy="1067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2953" tIns="112953" rIns="112953" bIns="112953" numCol="1" spcCol="1270" anchor="ctr" anchorCtr="0">
          <a:noAutofit/>
        </a:bodyPr>
        <a:lstStyle/>
        <a:p>
          <a:pPr marL="0" lvl="0" indent="0" algn="l" defTabSz="844550">
            <a:lnSpc>
              <a:spcPct val="100000"/>
            </a:lnSpc>
            <a:spcBef>
              <a:spcPct val="0"/>
            </a:spcBef>
            <a:spcAft>
              <a:spcPct val="35000"/>
            </a:spcAft>
            <a:buNone/>
          </a:pPr>
          <a:r>
            <a:rPr lang="en-US" sz="1900" b="1" kern="1200"/>
            <a:t>modules/: </a:t>
          </a:r>
          <a:r>
            <a:rPr lang="en-US" sz="1900" kern="1200"/>
            <a:t>(Optional) Internal sub-modules used only by the parent module.</a:t>
          </a:r>
          <a:endParaRPr lang="en-US" sz="1900" kern="1200" dirty="0"/>
        </a:p>
      </dsp:txBody>
      <dsp:txXfrm>
        <a:off x="1232698" y="5341366"/>
        <a:ext cx="14102393" cy="106727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7ACD4F-171A-4A24-9459-FF4C83260A8C}">
      <dsp:nvSpPr>
        <dsp:cNvPr id="0" name=""/>
        <dsp:cNvSpPr/>
      </dsp:nvSpPr>
      <dsp:spPr>
        <a:xfrm>
          <a:off x="0" y="861833"/>
          <a:ext cx="15335092" cy="210447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90D437-1C05-446D-BC5D-34E55DC1A70D}">
      <dsp:nvSpPr>
        <dsp:cNvPr id="0" name=""/>
        <dsp:cNvSpPr/>
      </dsp:nvSpPr>
      <dsp:spPr>
        <a:xfrm>
          <a:off x="636604" y="1335341"/>
          <a:ext cx="1157463" cy="1157463"/>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3CB3F0-FED6-462C-8221-05BE9981ACF2}">
      <dsp:nvSpPr>
        <dsp:cNvPr id="0" name=""/>
        <dsp:cNvSpPr/>
      </dsp:nvSpPr>
      <dsp:spPr>
        <a:xfrm>
          <a:off x="2430672" y="861833"/>
          <a:ext cx="12904419" cy="2104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724" tIns="222724" rIns="222724" bIns="222724" numCol="1" spcCol="1270" anchor="ctr" anchorCtr="0">
          <a:noAutofit/>
        </a:bodyPr>
        <a:lstStyle/>
        <a:p>
          <a:pPr marL="0" lvl="0" indent="0" algn="l" defTabSz="844550">
            <a:lnSpc>
              <a:spcPct val="100000"/>
            </a:lnSpc>
            <a:spcBef>
              <a:spcPct val="0"/>
            </a:spcBef>
            <a:spcAft>
              <a:spcPct val="35000"/>
            </a:spcAft>
            <a:buNone/>
          </a:pPr>
          <a:r>
            <a:rPr lang="en-US" sz="1900" b="1" kern="1200" dirty="0"/>
            <a:t>.terraform/: </a:t>
          </a:r>
          <a:r>
            <a:rPr lang="en-US" sz="1900" kern="1200" dirty="0"/>
            <a:t>A hidden directory created during ”</a:t>
          </a:r>
          <a:r>
            <a:rPr lang="en-US" sz="1900" kern="1200" dirty="0">
              <a:latin typeface="BlexMono Nerd Font Mono" panose="020B0509050203000203" pitchFamily="49" charset="77"/>
            </a:rPr>
            <a:t>terraform </a:t>
          </a:r>
          <a:r>
            <a:rPr lang="en-US" sz="1900" kern="1200" dirty="0" err="1">
              <a:latin typeface="BlexMono Nerd Font Mono" panose="020B0509050203000203" pitchFamily="49" charset="77"/>
            </a:rPr>
            <a:t>init</a:t>
          </a:r>
          <a:r>
            <a:rPr lang="en-US" sz="1900" kern="1200" dirty="0">
              <a:latin typeface="BlexMono Nerd Font Mono" panose="020B0509050203000203" pitchFamily="49" charset="77"/>
            </a:rPr>
            <a:t>” </a:t>
          </a:r>
          <a:r>
            <a:rPr lang="en-US" sz="1900" kern="1200" dirty="0"/>
            <a:t>to store cached providers and modules. </a:t>
          </a:r>
          <a:r>
            <a:rPr lang="en-US" sz="1900" b="1" kern="1200" dirty="0"/>
            <a:t>Never commit this to version control</a:t>
          </a:r>
          <a:r>
            <a:rPr lang="en-US" sz="1900" kern="1200" dirty="0"/>
            <a:t>.</a:t>
          </a:r>
        </a:p>
      </dsp:txBody>
      <dsp:txXfrm>
        <a:off x="2430672" y="861833"/>
        <a:ext cx="12904419" cy="2104478"/>
      </dsp:txXfrm>
    </dsp:sp>
    <dsp:sp modelId="{9524D6DF-CF9B-449C-B630-4DD4C4A3FFA1}">
      <dsp:nvSpPr>
        <dsp:cNvPr id="0" name=""/>
        <dsp:cNvSpPr/>
      </dsp:nvSpPr>
      <dsp:spPr>
        <a:xfrm>
          <a:off x="0" y="3447335"/>
          <a:ext cx="15335092" cy="210447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B3CFC-6D03-4F22-8B79-405E608E2558}">
      <dsp:nvSpPr>
        <dsp:cNvPr id="0" name=""/>
        <dsp:cNvSpPr/>
      </dsp:nvSpPr>
      <dsp:spPr>
        <a:xfrm>
          <a:off x="636604" y="3920843"/>
          <a:ext cx="1157463" cy="1157463"/>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11BC0F9-342D-4F2C-9425-94679449B557}">
      <dsp:nvSpPr>
        <dsp:cNvPr id="0" name=""/>
        <dsp:cNvSpPr/>
      </dsp:nvSpPr>
      <dsp:spPr>
        <a:xfrm>
          <a:off x="2430672" y="3447335"/>
          <a:ext cx="12904419" cy="21044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724" tIns="222724" rIns="222724" bIns="222724" numCol="1" spcCol="1270" anchor="ctr" anchorCtr="0">
          <a:noAutofit/>
        </a:bodyPr>
        <a:lstStyle/>
        <a:p>
          <a:pPr marL="0" lvl="0" indent="0" algn="l" defTabSz="844550">
            <a:lnSpc>
              <a:spcPct val="100000"/>
            </a:lnSpc>
            <a:spcBef>
              <a:spcPct val="0"/>
            </a:spcBef>
            <a:spcAft>
              <a:spcPct val="35000"/>
            </a:spcAft>
            <a:buNone/>
          </a:pPr>
          <a:r>
            <a:rPr lang="en-US" sz="1900" b="1" kern="1200" dirty="0" err="1"/>
            <a:t>terraform.tfstate</a:t>
          </a:r>
          <a:r>
            <a:rPr lang="en-US" sz="1900" b="1" kern="1200" dirty="0"/>
            <a:t>: </a:t>
          </a:r>
          <a:r>
            <a:rPr lang="en-US" sz="1900" kern="1200" dirty="0"/>
            <a:t>Tracks the current state of your managed infrastructure. Use a remote backend to avoid keeping this locally. </a:t>
          </a:r>
          <a:br>
            <a:rPr lang="en-US" sz="1900" kern="1200" dirty="0"/>
          </a:br>
          <a:br>
            <a:rPr lang="en-US" sz="1900" kern="1200" dirty="0"/>
          </a:br>
          <a:r>
            <a:rPr lang="en-US" sz="1900" kern="1200" dirty="0"/>
            <a:t>Storing the </a:t>
          </a:r>
          <a:r>
            <a:rPr lang="en-US" sz="1900" kern="1200" dirty="0" err="1"/>
            <a:t>terraform.tfstate</a:t>
          </a:r>
          <a:r>
            <a:rPr lang="en-US" sz="1900" kern="1200" dirty="0"/>
            <a:t> file in </a:t>
          </a:r>
          <a:r>
            <a:rPr lang="en-US" sz="1900" b="1" kern="1200" dirty="0"/>
            <a:t>Azure Blob Storage</a:t>
          </a:r>
          <a:r>
            <a:rPr lang="en-US" sz="1900" kern="1200" dirty="0"/>
            <a:t> is a production best practice that enables team collaboration, provides secure encryption, and prevents state corruption through built-in locking.</a:t>
          </a:r>
        </a:p>
      </dsp:txBody>
      <dsp:txXfrm>
        <a:off x="2430672" y="3447335"/>
        <a:ext cx="12904419" cy="210447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1E26E-0E36-49EB-90A4-D5D30DFDC33F}" type="datetimeFigureOut">
              <a:rPr lang="en-US" smtClean="0"/>
              <a:t>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30F3C3-E647-45E9-A6FE-BE2A30537994}" type="slidenum">
              <a:rPr lang="en-US" smtClean="0"/>
              <a:t>‹#›</a:t>
            </a:fld>
            <a:endParaRPr lang="en-US"/>
          </a:p>
        </p:txBody>
      </p:sp>
    </p:spTree>
    <p:extLst>
      <p:ext uri="{BB962C8B-B14F-4D97-AF65-F5344CB8AC3E}">
        <p14:creationId xmlns:p14="http://schemas.microsoft.com/office/powerpoint/2010/main" val="221665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30F3C3-E647-45E9-A6FE-BE2A30537994}" type="slidenum">
              <a:rPr lang="en-US" smtClean="0"/>
              <a:t>2</a:t>
            </a:fld>
            <a:endParaRPr lang="en-US"/>
          </a:p>
        </p:txBody>
      </p:sp>
    </p:spTree>
    <p:extLst>
      <p:ext uri="{BB962C8B-B14F-4D97-AF65-F5344CB8AC3E}">
        <p14:creationId xmlns:p14="http://schemas.microsoft.com/office/powerpoint/2010/main" val="10325767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A099B-3BF3-99D4-6A6F-1061CD3522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856D3E-03BE-F141-DE3B-C13C06EBE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BE826-B3E6-D160-9296-4E319C19E4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A9CE69-FB35-D1AB-0CFA-9740E24CA9EE}"/>
              </a:ext>
            </a:extLst>
          </p:cNvPr>
          <p:cNvSpPr>
            <a:spLocks noGrp="1"/>
          </p:cNvSpPr>
          <p:nvPr>
            <p:ph type="sldNum" sz="quarter" idx="5"/>
          </p:nvPr>
        </p:nvSpPr>
        <p:spPr/>
        <p:txBody>
          <a:bodyPr/>
          <a:lstStyle/>
          <a:p>
            <a:fld id="{9130F3C3-E647-45E9-A6FE-BE2A30537994}" type="slidenum">
              <a:rPr lang="en-US" smtClean="0"/>
              <a:t>3</a:t>
            </a:fld>
            <a:endParaRPr lang="en-US"/>
          </a:p>
        </p:txBody>
      </p:sp>
    </p:spTree>
    <p:extLst>
      <p:ext uri="{BB962C8B-B14F-4D97-AF65-F5344CB8AC3E}">
        <p14:creationId xmlns:p14="http://schemas.microsoft.com/office/powerpoint/2010/main" val="2701964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8CEF1-D0EC-92F4-FBCD-0EB6F19145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7F03E-2115-CFD5-0ECC-E2AFE194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577F44-1294-A471-562C-ED234B5AEE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4B3E26-96CC-A926-56C5-81F609AE6D51}"/>
              </a:ext>
            </a:extLst>
          </p:cNvPr>
          <p:cNvSpPr>
            <a:spLocks noGrp="1"/>
          </p:cNvSpPr>
          <p:nvPr>
            <p:ph type="sldNum" sz="quarter" idx="5"/>
          </p:nvPr>
        </p:nvSpPr>
        <p:spPr/>
        <p:txBody>
          <a:bodyPr/>
          <a:lstStyle/>
          <a:p>
            <a:fld id="{9130F3C3-E647-45E9-A6FE-BE2A30537994}" type="slidenum">
              <a:rPr lang="en-US" smtClean="0"/>
              <a:t>4</a:t>
            </a:fld>
            <a:endParaRPr lang="en-US"/>
          </a:p>
        </p:txBody>
      </p:sp>
    </p:spTree>
    <p:extLst>
      <p:ext uri="{BB962C8B-B14F-4D97-AF65-F5344CB8AC3E}">
        <p14:creationId xmlns:p14="http://schemas.microsoft.com/office/powerpoint/2010/main" val="1038164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5CBA-1A2F-3073-230A-FE1B935F1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5F7CE-1852-62F4-86A8-D440C0E61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6ACCDD-E89E-ED4F-B4D4-D4379AE785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A0FE9C-A2B7-7D83-E8C4-8B03A0375809}"/>
              </a:ext>
            </a:extLst>
          </p:cNvPr>
          <p:cNvSpPr>
            <a:spLocks noGrp="1"/>
          </p:cNvSpPr>
          <p:nvPr>
            <p:ph type="sldNum" sz="quarter" idx="5"/>
          </p:nvPr>
        </p:nvSpPr>
        <p:spPr/>
        <p:txBody>
          <a:bodyPr/>
          <a:lstStyle/>
          <a:p>
            <a:fld id="{9130F3C3-E647-45E9-A6FE-BE2A30537994}" type="slidenum">
              <a:rPr lang="en-US" smtClean="0"/>
              <a:t>5</a:t>
            </a:fld>
            <a:endParaRPr lang="en-US"/>
          </a:p>
        </p:txBody>
      </p:sp>
    </p:spTree>
    <p:extLst>
      <p:ext uri="{BB962C8B-B14F-4D97-AF65-F5344CB8AC3E}">
        <p14:creationId xmlns:p14="http://schemas.microsoft.com/office/powerpoint/2010/main" val="3795669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1257C-46B2-3F3D-2FB3-768DC785B2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DD8F2-338B-B698-E615-CBF5191E9E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9B2F3-D19B-B7B5-5295-319881E4C6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FAA643-2097-AD17-A1BE-81407C54928C}"/>
              </a:ext>
            </a:extLst>
          </p:cNvPr>
          <p:cNvSpPr>
            <a:spLocks noGrp="1"/>
          </p:cNvSpPr>
          <p:nvPr>
            <p:ph type="sldNum" sz="quarter" idx="5"/>
          </p:nvPr>
        </p:nvSpPr>
        <p:spPr/>
        <p:txBody>
          <a:bodyPr/>
          <a:lstStyle/>
          <a:p>
            <a:fld id="{9130F3C3-E647-45E9-A6FE-BE2A30537994}" type="slidenum">
              <a:rPr lang="en-US" smtClean="0"/>
              <a:t>6</a:t>
            </a:fld>
            <a:endParaRPr lang="en-US"/>
          </a:p>
        </p:txBody>
      </p:sp>
    </p:spTree>
    <p:extLst>
      <p:ext uri="{BB962C8B-B14F-4D97-AF65-F5344CB8AC3E}">
        <p14:creationId xmlns:p14="http://schemas.microsoft.com/office/powerpoint/2010/main" val="229112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8C6B-FF2A-0B9E-5C6C-7B8B09C89E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7B822D-98CF-F8D2-2D39-06EAE41F67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5D593-4FBA-2FFB-366B-901A3111E8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78119-D757-1ECB-D3D9-A60FC859A4D7}"/>
              </a:ext>
            </a:extLst>
          </p:cNvPr>
          <p:cNvSpPr>
            <a:spLocks noGrp="1"/>
          </p:cNvSpPr>
          <p:nvPr>
            <p:ph type="sldNum" sz="quarter" idx="5"/>
          </p:nvPr>
        </p:nvSpPr>
        <p:spPr/>
        <p:txBody>
          <a:bodyPr/>
          <a:lstStyle/>
          <a:p>
            <a:fld id="{9130F3C3-E647-45E9-A6FE-BE2A30537994}" type="slidenum">
              <a:rPr lang="en-US" smtClean="0"/>
              <a:t>7</a:t>
            </a:fld>
            <a:endParaRPr lang="en-US"/>
          </a:p>
        </p:txBody>
      </p:sp>
    </p:spTree>
    <p:extLst>
      <p:ext uri="{BB962C8B-B14F-4D97-AF65-F5344CB8AC3E}">
        <p14:creationId xmlns:p14="http://schemas.microsoft.com/office/powerpoint/2010/main" val="14054960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052A4-3E75-6737-4E04-1CEE1E913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9953D1-B19F-7399-11C3-ADCAED1512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9C896D-0A6B-2465-595D-DCA02241E6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331E8F-ED02-097C-E2E4-B63818235983}"/>
              </a:ext>
            </a:extLst>
          </p:cNvPr>
          <p:cNvSpPr>
            <a:spLocks noGrp="1"/>
          </p:cNvSpPr>
          <p:nvPr>
            <p:ph type="sldNum" sz="quarter" idx="5"/>
          </p:nvPr>
        </p:nvSpPr>
        <p:spPr/>
        <p:txBody>
          <a:bodyPr/>
          <a:lstStyle/>
          <a:p>
            <a:fld id="{9130F3C3-E647-45E9-A6FE-BE2A30537994}" type="slidenum">
              <a:rPr lang="en-US" smtClean="0"/>
              <a:t>8</a:t>
            </a:fld>
            <a:endParaRPr lang="en-US"/>
          </a:p>
        </p:txBody>
      </p:sp>
    </p:spTree>
    <p:extLst>
      <p:ext uri="{BB962C8B-B14F-4D97-AF65-F5344CB8AC3E}">
        <p14:creationId xmlns:p14="http://schemas.microsoft.com/office/powerpoint/2010/main" val="1697422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CC431-D711-B132-46D0-EB96C4410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EDE64-925F-BE46-B9A3-2F3E6B1D73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1E507-466B-625C-3A77-3CE341272F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EC86D9-C1E8-C827-1B53-6F74F0443ED0}"/>
              </a:ext>
            </a:extLst>
          </p:cNvPr>
          <p:cNvSpPr>
            <a:spLocks noGrp="1"/>
          </p:cNvSpPr>
          <p:nvPr>
            <p:ph type="sldNum" sz="quarter" idx="5"/>
          </p:nvPr>
        </p:nvSpPr>
        <p:spPr/>
        <p:txBody>
          <a:bodyPr/>
          <a:lstStyle/>
          <a:p>
            <a:fld id="{9130F3C3-E647-45E9-A6FE-BE2A30537994}" type="slidenum">
              <a:rPr lang="en-US" smtClean="0"/>
              <a:t>9</a:t>
            </a:fld>
            <a:endParaRPr lang="en-US"/>
          </a:p>
        </p:txBody>
      </p:sp>
    </p:spTree>
    <p:extLst>
      <p:ext uri="{BB962C8B-B14F-4D97-AF65-F5344CB8AC3E}">
        <p14:creationId xmlns:p14="http://schemas.microsoft.com/office/powerpoint/2010/main" val="3035611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B111F-4CC1-27F1-5F2B-CC2CD3273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1BEAA-2C68-B0DF-A735-D589A16324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DBDF7-455D-C989-59EC-9CFD0F1F4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CAC9DF-4E38-07BD-4239-22F17D167826}"/>
              </a:ext>
            </a:extLst>
          </p:cNvPr>
          <p:cNvSpPr>
            <a:spLocks noGrp="1"/>
          </p:cNvSpPr>
          <p:nvPr>
            <p:ph type="sldNum" sz="quarter" idx="5"/>
          </p:nvPr>
        </p:nvSpPr>
        <p:spPr/>
        <p:txBody>
          <a:bodyPr/>
          <a:lstStyle/>
          <a:p>
            <a:fld id="{9130F3C3-E647-45E9-A6FE-BE2A30537994}" type="slidenum">
              <a:rPr lang="en-US" smtClean="0"/>
              <a:t>10</a:t>
            </a:fld>
            <a:endParaRPr lang="en-US"/>
          </a:p>
        </p:txBody>
      </p:sp>
    </p:spTree>
    <p:extLst>
      <p:ext uri="{BB962C8B-B14F-4D97-AF65-F5344CB8AC3E}">
        <p14:creationId xmlns:p14="http://schemas.microsoft.com/office/powerpoint/2010/main" val="8932823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E49A3-D0DB-A9A8-2CD3-1F1BBF8FEC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F5B10-DEBC-D8D1-3607-FCA2F4213D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170C9-2B88-28DF-A7B2-9D3E087191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7AC297-A3F4-D794-83E7-68883F92845A}"/>
              </a:ext>
            </a:extLst>
          </p:cNvPr>
          <p:cNvSpPr>
            <a:spLocks noGrp="1"/>
          </p:cNvSpPr>
          <p:nvPr>
            <p:ph type="sldNum" sz="quarter" idx="5"/>
          </p:nvPr>
        </p:nvSpPr>
        <p:spPr/>
        <p:txBody>
          <a:bodyPr/>
          <a:lstStyle/>
          <a:p>
            <a:fld id="{9130F3C3-E647-45E9-A6FE-BE2A30537994}" type="slidenum">
              <a:rPr lang="en-US" smtClean="0"/>
              <a:t>11</a:t>
            </a:fld>
            <a:endParaRPr lang="en-US"/>
          </a:p>
        </p:txBody>
      </p:sp>
    </p:spTree>
    <p:extLst>
      <p:ext uri="{BB962C8B-B14F-4D97-AF65-F5344CB8AC3E}">
        <p14:creationId xmlns:p14="http://schemas.microsoft.com/office/powerpoint/2010/main" val="13258766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87BE2-2FB2-355C-E66F-8C579DFECB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F5469F-556E-5669-E039-CC0F92444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8423AD-DA05-CE7D-1B25-4E752F4F27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00806D-43D2-B387-C388-6550484FFB9B}"/>
              </a:ext>
            </a:extLst>
          </p:cNvPr>
          <p:cNvSpPr>
            <a:spLocks noGrp="1"/>
          </p:cNvSpPr>
          <p:nvPr>
            <p:ph type="sldNum" sz="quarter" idx="5"/>
          </p:nvPr>
        </p:nvSpPr>
        <p:spPr/>
        <p:txBody>
          <a:bodyPr/>
          <a:lstStyle/>
          <a:p>
            <a:fld id="{9130F3C3-E647-45E9-A6FE-BE2A30537994}" type="slidenum">
              <a:rPr lang="en-US" smtClean="0"/>
              <a:t>12</a:t>
            </a:fld>
            <a:endParaRPr lang="en-US"/>
          </a:p>
        </p:txBody>
      </p:sp>
    </p:spTree>
    <p:extLst>
      <p:ext uri="{BB962C8B-B14F-4D97-AF65-F5344CB8AC3E}">
        <p14:creationId xmlns:p14="http://schemas.microsoft.com/office/powerpoint/2010/main" val="29973525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10E5F-9463-124B-89FC-1D379CDE8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27B10-816B-1A11-67CF-60BA91D0AF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B55E0-0621-9D12-32BC-F48BEEF594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FE9C96-E441-16CB-4755-412FE628A8D9}"/>
              </a:ext>
            </a:extLst>
          </p:cNvPr>
          <p:cNvSpPr>
            <a:spLocks noGrp="1"/>
          </p:cNvSpPr>
          <p:nvPr>
            <p:ph type="sldNum" sz="quarter" idx="5"/>
          </p:nvPr>
        </p:nvSpPr>
        <p:spPr/>
        <p:txBody>
          <a:bodyPr/>
          <a:lstStyle/>
          <a:p>
            <a:fld id="{9130F3C3-E647-45E9-A6FE-BE2A30537994}" type="slidenum">
              <a:rPr lang="en-US" smtClean="0"/>
              <a:t>13</a:t>
            </a:fld>
            <a:endParaRPr lang="en-US"/>
          </a:p>
        </p:txBody>
      </p:sp>
    </p:spTree>
    <p:extLst>
      <p:ext uri="{BB962C8B-B14F-4D97-AF65-F5344CB8AC3E}">
        <p14:creationId xmlns:p14="http://schemas.microsoft.com/office/powerpoint/2010/main" val="28531089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 Logo">
    <p:spTree>
      <p:nvGrpSpPr>
        <p:cNvPr id="1" name=""/>
        <p:cNvGrpSpPr/>
        <p:nvPr/>
      </p:nvGrpSpPr>
      <p:grpSpPr>
        <a:xfrm>
          <a:off x="0" y="0"/>
          <a:ext cx="0" cy="0"/>
          <a:chOff x="0" y="0"/>
          <a:chExt cx="0" cy="0"/>
        </a:xfrm>
      </p:grpSpPr>
      <p:pic>
        <p:nvPicPr>
          <p:cNvPr id="9" name="Graphic 8"/>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476750" y="4432568"/>
            <a:ext cx="9334500" cy="1499664"/>
          </a:xfrm>
          <a:prstGeom prst="rect">
            <a:avLst/>
          </a:prstGeom>
        </p:spPr>
      </p:pic>
    </p:spTree>
    <p:extLst>
      <p:ext uri="{BB962C8B-B14F-4D97-AF65-F5344CB8AC3E}">
        <p14:creationId xmlns:p14="http://schemas.microsoft.com/office/powerpoint/2010/main" val="187031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1 Line">
    <p:bg>
      <p:bgPr>
        <a:solidFill>
          <a:schemeClr val="bg1"/>
        </a:solidFill>
        <a:effectLst/>
      </p:bgPr>
    </p:bg>
    <p:spTree>
      <p:nvGrpSpPr>
        <p:cNvPr id="1" name=""/>
        <p:cNvGrpSpPr/>
        <p:nvPr/>
      </p:nvGrpSpPr>
      <p:grpSpPr>
        <a:xfrm>
          <a:off x="0" y="0"/>
          <a:ext cx="0" cy="0"/>
          <a:chOff x="0" y="0"/>
          <a:chExt cx="0" cy="0"/>
        </a:xfrm>
      </p:grpSpPr>
      <p:pic>
        <p:nvPicPr>
          <p:cNvPr id="8" name="Graphic 7"/>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1342" y="3124683"/>
            <a:ext cx="3853543" cy="619105"/>
          </a:xfrm>
          <a:prstGeom prst="rect">
            <a:avLst/>
          </a:prstGeom>
        </p:spPr>
      </p:pic>
      <p:sp>
        <p:nvSpPr>
          <p:cNvPr id="9" name="Title 1"/>
          <p:cNvSpPr>
            <a:spLocks noGrp="1"/>
          </p:cNvSpPr>
          <p:nvPr>
            <p:ph type="title" hasCustomPrompt="1"/>
          </p:nvPr>
        </p:nvSpPr>
        <p:spPr>
          <a:xfrm>
            <a:off x="4076249" y="4059867"/>
            <a:ext cx="11375424" cy="1084428"/>
          </a:xfrm>
          <a:noFill/>
        </p:spPr>
        <p:txBody>
          <a:bodyPr/>
          <a:lstStyle>
            <a:lvl1pPr>
              <a:defRPr/>
            </a:lvl1pPr>
          </a:lstStyle>
          <a:p>
            <a:r>
              <a:rPr lang="en-US" dirty="0"/>
              <a:t>Click to edit text</a:t>
            </a:r>
          </a:p>
        </p:txBody>
      </p:sp>
      <p:sp>
        <p:nvSpPr>
          <p:cNvPr id="11" name="TextBox 10"/>
          <p:cNvSpPr txBox="1"/>
          <p:nvPr userDrawn="1"/>
        </p:nvSpPr>
        <p:spPr>
          <a:xfrm>
            <a:off x="4111218" y="7232342"/>
            <a:ext cx="3484278" cy="1799227"/>
          </a:xfrm>
          <a:prstGeom prst="rect">
            <a:avLst/>
          </a:prstGeom>
          <a:noFill/>
        </p:spPr>
        <p:txBody>
          <a:bodyPr wrap="square" lIns="0" tIns="0" rIns="0" bIns="0" rtlCol="0">
            <a:noAutofit/>
          </a:bodyPr>
          <a:lstStyle/>
          <a:p>
            <a:pPr lvl="0"/>
            <a:r>
              <a:rPr lang="en-US" sz="2400" b="0" i="0" dirty="0">
                <a:solidFill>
                  <a:schemeClr val="tx2"/>
                </a:solidFill>
                <a:latin typeface="+mn-lt"/>
              </a:rPr>
              <a:t>New York </a:t>
            </a:r>
            <a:r>
              <a:rPr lang="en-US" sz="2400" b="0" i="0" dirty="0">
                <a:solidFill>
                  <a:schemeClr val="tx2"/>
                </a:solidFill>
                <a:latin typeface="Open Sans Light" charset="0"/>
                <a:ea typeface="Open Sans Light" charset="0"/>
                <a:cs typeface="Open Sans Light" charset="0"/>
              </a:rPr>
              <a:t>USA</a:t>
            </a:r>
          </a:p>
          <a:p>
            <a:pPr lvl="0"/>
            <a:r>
              <a:rPr lang="en-US" sz="2400" b="0" i="0" dirty="0">
                <a:solidFill>
                  <a:schemeClr val="tx2"/>
                </a:solidFill>
                <a:latin typeface="+mn-lt"/>
              </a:rPr>
              <a:t>London </a:t>
            </a:r>
            <a:r>
              <a:rPr lang="en-US" sz="2400" b="0" i="0" dirty="0">
                <a:solidFill>
                  <a:schemeClr val="tx2"/>
                </a:solidFill>
                <a:latin typeface="Open Sans Light" charset="0"/>
                <a:ea typeface="Open Sans Light" charset="0"/>
                <a:cs typeface="Open Sans Light" charset="0"/>
              </a:rPr>
              <a:t>UK</a:t>
            </a:r>
          </a:p>
          <a:p>
            <a:pPr lvl="0"/>
            <a:r>
              <a:rPr lang="en-US" sz="2400" b="0" i="0" dirty="0">
                <a:solidFill>
                  <a:schemeClr val="tx2"/>
                </a:solidFill>
                <a:latin typeface="+mn-lt"/>
              </a:rPr>
              <a:t>Munich </a:t>
            </a:r>
            <a:r>
              <a:rPr lang="en-US" sz="2400" b="0" i="0" dirty="0">
                <a:solidFill>
                  <a:schemeClr val="tx2"/>
                </a:solidFill>
                <a:latin typeface="Open Sans Light" charset="0"/>
                <a:ea typeface="Open Sans Light" charset="0"/>
                <a:cs typeface="Open Sans Light" charset="0"/>
              </a:rPr>
              <a:t>Germany</a:t>
            </a:r>
          </a:p>
          <a:p>
            <a:pPr lvl="0"/>
            <a:r>
              <a:rPr lang="en-US" sz="2400" b="0" i="0" dirty="0">
                <a:solidFill>
                  <a:schemeClr val="tx2"/>
                </a:solidFill>
                <a:latin typeface="+mn-lt"/>
              </a:rPr>
              <a:t>Zug </a:t>
            </a:r>
            <a:r>
              <a:rPr lang="en-US" sz="2400" b="0" i="0" dirty="0">
                <a:solidFill>
                  <a:schemeClr val="tx2"/>
                </a:solidFill>
                <a:latin typeface="Open Sans Light" charset="0"/>
                <a:ea typeface="Open Sans Light" charset="0"/>
                <a:cs typeface="Open Sans Light" charset="0"/>
              </a:rPr>
              <a:t>Switzerland</a:t>
            </a:r>
          </a:p>
          <a:p>
            <a:endParaRPr lang="en-US" sz="2400" b="0" i="0" dirty="0">
              <a:solidFill>
                <a:schemeClr val="tx2"/>
              </a:solidFill>
              <a:latin typeface="+mn-lt"/>
            </a:endParaRPr>
          </a:p>
        </p:txBody>
      </p:sp>
      <p:pic>
        <p:nvPicPr>
          <p:cNvPr id="42" name="Picture 41"/>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4121888" y="5089354"/>
            <a:ext cx="1317520" cy="72000"/>
          </a:xfrm>
          <a:prstGeom prst="rect">
            <a:avLst/>
          </a:prstGeom>
        </p:spPr>
      </p:pic>
    </p:spTree>
    <p:extLst>
      <p:ext uri="{BB962C8B-B14F-4D97-AF65-F5344CB8AC3E}">
        <p14:creationId xmlns:p14="http://schemas.microsoft.com/office/powerpoint/2010/main" val="793758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Lines">
    <p:bg>
      <p:bgPr>
        <a:solidFill>
          <a:schemeClr val="bg1"/>
        </a:solidFill>
        <a:effectLst/>
      </p:bgPr>
    </p:bg>
    <p:spTree>
      <p:nvGrpSpPr>
        <p:cNvPr id="1" name=""/>
        <p:cNvGrpSpPr/>
        <p:nvPr/>
      </p:nvGrpSpPr>
      <p:grpSpPr>
        <a:xfrm>
          <a:off x="0" y="0"/>
          <a:ext cx="0" cy="0"/>
          <a:chOff x="0" y="0"/>
          <a:chExt cx="0" cy="0"/>
        </a:xfrm>
      </p:grpSpPr>
      <p:sp>
        <p:nvSpPr>
          <p:cNvPr id="44" name="Text Placeholder 4"/>
          <p:cNvSpPr>
            <a:spLocks noGrp="1"/>
          </p:cNvSpPr>
          <p:nvPr>
            <p:ph type="body" sz="quarter" idx="11" hasCustomPrompt="1"/>
          </p:nvPr>
        </p:nvSpPr>
        <p:spPr>
          <a:xfrm>
            <a:off x="4076105" y="4768994"/>
            <a:ext cx="9372600" cy="642356"/>
          </a:xfrm>
        </p:spPr>
        <p:txBody>
          <a:bodyPr/>
          <a:lstStyle>
            <a:lvl1pPr marL="0" indent="0" algn="l" defTabSz="1371874" rtl="0" eaLnBrk="1" latinLnBrk="0" hangingPunct="1">
              <a:lnSpc>
                <a:spcPct val="90000"/>
              </a:lnSpc>
              <a:spcBef>
                <a:spcPct val="0"/>
              </a:spcBef>
              <a:buNone/>
              <a:defRPr lang="en-US" sz="5401" b="0" i="0" kern="1200" baseline="0" dirty="0" smtClean="0">
                <a:solidFill>
                  <a:srgbClr val="F39200"/>
                </a:solidFill>
                <a:latin typeface="+mj-lt"/>
                <a:ea typeface="+mj-ea"/>
                <a:cs typeface="+mj-cs"/>
              </a:defRPr>
            </a:lvl1pPr>
            <a:lvl2pPr marL="0" indent="0" algn="l" defTabSz="1371874" rtl="0" eaLnBrk="1" latinLnBrk="0" hangingPunct="1">
              <a:lnSpc>
                <a:spcPct val="90000"/>
              </a:lnSpc>
              <a:spcBef>
                <a:spcPct val="0"/>
              </a:spcBef>
              <a:buNone/>
              <a:defRPr lang="en-US" sz="5401" b="0" i="0" kern="1200" baseline="0" dirty="0" smtClean="0">
                <a:solidFill>
                  <a:srgbClr val="F39200"/>
                </a:solidFill>
                <a:latin typeface="+mj-lt"/>
                <a:ea typeface="+mj-ea"/>
                <a:cs typeface="+mj-cs"/>
              </a:defRPr>
            </a:lvl2pPr>
            <a:lvl3pPr marL="0" indent="0" algn="l" defTabSz="1371874" rtl="0" eaLnBrk="1" latinLnBrk="0" hangingPunct="1">
              <a:lnSpc>
                <a:spcPct val="90000"/>
              </a:lnSpc>
              <a:spcBef>
                <a:spcPct val="0"/>
              </a:spcBef>
              <a:buNone/>
              <a:defRPr lang="en-US" sz="5401" b="0" i="0" kern="1200" baseline="0" dirty="0" smtClean="0">
                <a:solidFill>
                  <a:srgbClr val="F39200"/>
                </a:solidFill>
                <a:latin typeface="+mj-lt"/>
                <a:ea typeface="+mj-ea"/>
                <a:cs typeface="+mj-cs"/>
              </a:defRPr>
            </a:lvl3pPr>
            <a:lvl4pPr marL="0" indent="0" algn="l" defTabSz="1371874" rtl="0" eaLnBrk="1" latinLnBrk="0" hangingPunct="1">
              <a:lnSpc>
                <a:spcPct val="90000"/>
              </a:lnSpc>
              <a:spcBef>
                <a:spcPct val="0"/>
              </a:spcBef>
              <a:buNone/>
              <a:defRPr lang="en-US" sz="5401" b="0" i="0" kern="1200" baseline="0" dirty="0" smtClean="0">
                <a:solidFill>
                  <a:srgbClr val="F39200"/>
                </a:solidFill>
                <a:latin typeface="+mj-lt"/>
                <a:ea typeface="+mj-ea"/>
                <a:cs typeface="+mj-cs"/>
              </a:defRPr>
            </a:lvl4pPr>
            <a:lvl5pPr marL="0" indent="0" algn="l" defTabSz="1371874" rtl="0" eaLnBrk="1" latinLnBrk="0" hangingPunct="1">
              <a:lnSpc>
                <a:spcPct val="90000"/>
              </a:lnSpc>
              <a:spcBef>
                <a:spcPct val="0"/>
              </a:spcBef>
              <a:buNone/>
              <a:defRPr lang="en-US" sz="5401" b="0" i="0" kern="1200" baseline="0" dirty="0">
                <a:solidFill>
                  <a:srgbClr val="F39200"/>
                </a:solidFill>
                <a:latin typeface="+mj-lt"/>
                <a:ea typeface="+mj-ea"/>
                <a:cs typeface="+mj-cs"/>
              </a:defRPr>
            </a:lvl5pPr>
          </a:lstStyle>
          <a:p>
            <a:pPr lvl="0"/>
            <a:r>
              <a:rPr lang="en-US" dirty="0"/>
              <a:t>Click to edit text styles</a:t>
            </a:r>
          </a:p>
        </p:txBody>
      </p:sp>
      <p:pic>
        <p:nvPicPr>
          <p:cNvPr id="8" name="Graphic 7"/>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1342" y="3124683"/>
            <a:ext cx="3853543" cy="619105"/>
          </a:xfrm>
          <a:prstGeom prst="rect">
            <a:avLst/>
          </a:prstGeom>
        </p:spPr>
      </p:pic>
      <p:sp>
        <p:nvSpPr>
          <p:cNvPr id="9" name="Title 1"/>
          <p:cNvSpPr>
            <a:spLocks noGrp="1"/>
          </p:cNvSpPr>
          <p:nvPr>
            <p:ph type="title" hasCustomPrompt="1"/>
          </p:nvPr>
        </p:nvSpPr>
        <p:spPr>
          <a:xfrm>
            <a:off x="4076249" y="4059867"/>
            <a:ext cx="11375424" cy="709127"/>
          </a:xfrm>
          <a:noFill/>
        </p:spPr>
        <p:txBody>
          <a:bodyPr/>
          <a:lstStyle>
            <a:lvl1pPr>
              <a:defRPr/>
            </a:lvl1pPr>
          </a:lstStyle>
          <a:p>
            <a:r>
              <a:rPr lang="en-US" dirty="0"/>
              <a:t>Click to edit text</a:t>
            </a:r>
          </a:p>
        </p:txBody>
      </p:sp>
      <p:pic>
        <p:nvPicPr>
          <p:cNvPr id="42" name="Picture 41"/>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4108865" y="5880719"/>
            <a:ext cx="1317520" cy="72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Orange 1 Line">
    <p:bg>
      <p:bgPr>
        <a:solidFill>
          <a:schemeClr val="accent5"/>
        </a:solidFill>
        <a:effectLst/>
      </p:bgPr>
    </p:bg>
    <p:spTree>
      <p:nvGrpSpPr>
        <p:cNvPr id="1" name=""/>
        <p:cNvGrpSpPr/>
        <p:nvPr/>
      </p:nvGrpSpPr>
      <p:grpSpPr>
        <a:xfrm>
          <a:off x="0" y="0"/>
          <a:ext cx="0" cy="0"/>
          <a:chOff x="0" y="0"/>
          <a:chExt cx="0" cy="0"/>
        </a:xfrm>
      </p:grpSpPr>
      <p:pic>
        <p:nvPicPr>
          <p:cNvPr id="8" name="Graphic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3280592" y="3124683"/>
            <a:ext cx="3790438" cy="619105"/>
          </a:xfrm>
          <a:prstGeom prst="rect">
            <a:avLst/>
          </a:prstGeom>
        </p:spPr>
      </p:pic>
      <p:sp>
        <p:nvSpPr>
          <p:cNvPr id="9" name="Title 1"/>
          <p:cNvSpPr>
            <a:spLocks noGrp="1"/>
          </p:cNvSpPr>
          <p:nvPr>
            <p:ph type="title" hasCustomPrompt="1"/>
          </p:nvPr>
        </p:nvSpPr>
        <p:spPr>
          <a:xfrm>
            <a:off x="4076249" y="4059867"/>
            <a:ext cx="11375424" cy="1084428"/>
          </a:xfrm>
          <a:noFill/>
        </p:spPr>
        <p:txBody>
          <a:bodyPr/>
          <a:lstStyle>
            <a:lvl1pPr>
              <a:defRPr>
                <a:solidFill>
                  <a:schemeClr val="bg1"/>
                </a:solidFill>
              </a:defRPr>
            </a:lvl1pPr>
          </a:lstStyle>
          <a:p>
            <a:r>
              <a:rPr lang="en-US" dirty="0"/>
              <a:t>Click to edit text</a:t>
            </a:r>
          </a:p>
        </p:txBody>
      </p:sp>
      <p:sp>
        <p:nvSpPr>
          <p:cNvPr id="11" name="TextBox 10"/>
          <p:cNvSpPr txBox="1"/>
          <p:nvPr userDrawn="1"/>
        </p:nvSpPr>
        <p:spPr>
          <a:xfrm>
            <a:off x="4111218" y="7232342"/>
            <a:ext cx="3484278" cy="1799227"/>
          </a:xfrm>
          <a:prstGeom prst="rect">
            <a:avLst/>
          </a:prstGeom>
          <a:noFill/>
        </p:spPr>
        <p:txBody>
          <a:bodyPr wrap="square" lIns="0" tIns="0" rIns="0" bIns="0" rtlCol="0">
            <a:noAutofit/>
          </a:bodyPr>
          <a:lstStyle/>
          <a:p>
            <a:pPr lvl="0"/>
            <a:r>
              <a:rPr lang="en-US" sz="2400" b="0" i="0" dirty="0">
                <a:solidFill>
                  <a:schemeClr val="bg1"/>
                </a:solidFill>
                <a:latin typeface="+mn-lt"/>
              </a:rPr>
              <a:t>New York </a:t>
            </a:r>
            <a:r>
              <a:rPr lang="en-US" sz="2400" b="0" i="0" dirty="0">
                <a:solidFill>
                  <a:schemeClr val="bg1"/>
                </a:solidFill>
                <a:latin typeface="Open Sans Light" charset="0"/>
                <a:ea typeface="Open Sans Light" charset="0"/>
                <a:cs typeface="Open Sans Light" charset="0"/>
              </a:rPr>
              <a:t>USA</a:t>
            </a:r>
          </a:p>
          <a:p>
            <a:pPr lvl="0"/>
            <a:r>
              <a:rPr lang="en-US" sz="2400" b="0" i="0" dirty="0">
                <a:solidFill>
                  <a:schemeClr val="bg1"/>
                </a:solidFill>
                <a:latin typeface="+mn-lt"/>
              </a:rPr>
              <a:t>London </a:t>
            </a:r>
            <a:r>
              <a:rPr lang="en-US" sz="2400" b="0" i="0" dirty="0">
                <a:solidFill>
                  <a:schemeClr val="bg1"/>
                </a:solidFill>
                <a:latin typeface="Open Sans Light" charset="0"/>
                <a:ea typeface="Open Sans Light" charset="0"/>
                <a:cs typeface="Open Sans Light" charset="0"/>
              </a:rPr>
              <a:t>UK</a:t>
            </a:r>
          </a:p>
          <a:p>
            <a:pPr lvl="0"/>
            <a:r>
              <a:rPr lang="en-US" sz="2400" b="0" i="0" dirty="0">
                <a:solidFill>
                  <a:schemeClr val="bg1"/>
                </a:solidFill>
                <a:latin typeface="+mn-lt"/>
              </a:rPr>
              <a:t>Munich </a:t>
            </a:r>
            <a:r>
              <a:rPr lang="en-US" sz="2400" b="0" i="0" dirty="0">
                <a:solidFill>
                  <a:schemeClr val="bg1"/>
                </a:solidFill>
                <a:latin typeface="Open Sans Light" charset="0"/>
                <a:ea typeface="Open Sans Light" charset="0"/>
                <a:cs typeface="Open Sans Light" charset="0"/>
              </a:rPr>
              <a:t>Germany</a:t>
            </a:r>
          </a:p>
          <a:p>
            <a:pPr lvl="0"/>
            <a:r>
              <a:rPr lang="en-US" sz="2400" b="0" i="0" dirty="0">
                <a:solidFill>
                  <a:schemeClr val="bg1"/>
                </a:solidFill>
                <a:latin typeface="+mn-lt"/>
              </a:rPr>
              <a:t>Zug </a:t>
            </a:r>
            <a:r>
              <a:rPr lang="en-US" sz="2400" b="0" i="0" dirty="0">
                <a:solidFill>
                  <a:schemeClr val="bg1"/>
                </a:solidFill>
                <a:latin typeface="Open Sans Light" charset="0"/>
                <a:ea typeface="Open Sans Light" charset="0"/>
                <a:cs typeface="Open Sans Light" charset="0"/>
              </a:rPr>
              <a:t>Switzerland</a:t>
            </a:r>
          </a:p>
          <a:p>
            <a:endParaRPr lang="en-US" sz="2400" b="0" i="0" dirty="0">
              <a:solidFill>
                <a:schemeClr val="bg1"/>
              </a:solidFill>
              <a:latin typeface="+mn-lt"/>
            </a:endParaRPr>
          </a:p>
        </p:txBody>
      </p:sp>
      <p:sp>
        <p:nvSpPr>
          <p:cNvPr id="2" name="Rectangle 1"/>
          <p:cNvSpPr/>
          <p:nvPr userDrawn="1"/>
        </p:nvSpPr>
        <p:spPr>
          <a:xfrm>
            <a:off x="4115586" y="5070829"/>
            <a:ext cx="13176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Header 1 Line Content 1 Row">
    <p:spTree>
      <p:nvGrpSpPr>
        <p:cNvPr id="1" name=""/>
        <p:cNvGrpSpPr/>
        <p:nvPr/>
      </p:nvGrpSpPr>
      <p:grpSpPr>
        <a:xfrm>
          <a:off x="0" y="0"/>
          <a:ext cx="0" cy="0"/>
          <a:chOff x="0" y="0"/>
          <a:chExt cx="0" cy="0"/>
        </a:xfrm>
      </p:grpSpPr>
      <p:sp>
        <p:nvSpPr>
          <p:cNvPr id="2" name="Title 1"/>
          <p:cNvSpPr>
            <a:spLocks noGrp="1"/>
          </p:cNvSpPr>
          <p:nvPr>
            <p:ph type="title"/>
          </p:nvPr>
        </p:nvSpPr>
        <p:spPr>
          <a:xfrm>
            <a:off x="1476079" y="1147820"/>
            <a:ext cx="11846413" cy="849927"/>
          </a:xfrm>
        </p:spPr>
        <p:txBody>
          <a:bodyPr/>
          <a:lstStyle>
            <a:lvl1pPr>
              <a:defRPr baseline="0"/>
            </a:lvl1pPr>
          </a:lstStyle>
          <a:p>
            <a:r>
              <a:rPr lang="ru-RU"/>
              <a:t>Образец заголовка</a:t>
            </a:r>
            <a:endParaRPr lang="en-US" dirty="0"/>
          </a:p>
        </p:txBody>
      </p:sp>
      <p:sp>
        <p:nvSpPr>
          <p:cNvPr id="3" name="Content Placeholder 2"/>
          <p:cNvSpPr>
            <a:spLocks noGrp="1"/>
          </p:cNvSpPr>
          <p:nvPr>
            <p:ph idx="1"/>
          </p:nvPr>
        </p:nvSpPr>
        <p:spPr>
          <a:xfrm>
            <a:off x="1476079" y="2617918"/>
            <a:ext cx="15335092"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5"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6"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pic>
        <p:nvPicPr>
          <p:cNvPr id="9"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0" name="Picture 9"/>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6078" y="1997746"/>
            <a:ext cx="1317520" cy="72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Header 1 Line Content 2 Rows">
    <p:spTree>
      <p:nvGrpSpPr>
        <p:cNvPr id="1" name=""/>
        <p:cNvGrpSpPr/>
        <p:nvPr/>
      </p:nvGrpSpPr>
      <p:grpSpPr>
        <a:xfrm>
          <a:off x="0" y="0"/>
          <a:ext cx="0" cy="0"/>
          <a:chOff x="0" y="0"/>
          <a:chExt cx="0" cy="0"/>
        </a:xfrm>
      </p:grpSpPr>
      <p:sp>
        <p:nvSpPr>
          <p:cNvPr id="2" name="Title 1"/>
          <p:cNvSpPr>
            <a:spLocks noGrp="1"/>
          </p:cNvSpPr>
          <p:nvPr>
            <p:ph type="title"/>
          </p:nvPr>
        </p:nvSpPr>
        <p:spPr>
          <a:xfrm>
            <a:off x="1476079" y="1147820"/>
            <a:ext cx="11846413" cy="849927"/>
          </a:xfrm>
        </p:spPr>
        <p:txBody>
          <a:bodyPr/>
          <a:lstStyle>
            <a:lvl1pPr>
              <a:defRPr baseline="0"/>
            </a:lvl1pPr>
          </a:lstStyle>
          <a:p>
            <a:r>
              <a:rPr lang="ru-RU"/>
              <a:t>Образец заголовка</a:t>
            </a:r>
            <a:endParaRPr lang="en-US" dirty="0"/>
          </a:p>
        </p:txBody>
      </p:sp>
      <p:sp>
        <p:nvSpPr>
          <p:cNvPr id="3" name="Content Placeholder 2"/>
          <p:cNvSpPr>
            <a:spLocks noGrp="1"/>
          </p:cNvSpPr>
          <p:nvPr>
            <p:ph idx="1"/>
          </p:nvPr>
        </p:nvSpPr>
        <p:spPr>
          <a:xfrm>
            <a:off x="1476079" y="2617918"/>
            <a:ext cx="7454718"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pic>
        <p:nvPicPr>
          <p:cNvPr id="9"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0" name="Picture 9"/>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6078" y="1997746"/>
            <a:ext cx="1317520" cy="72000"/>
          </a:xfrm>
          <a:prstGeom prst="rect">
            <a:avLst/>
          </a:prstGeom>
        </p:spPr>
      </p:pic>
      <p:sp>
        <p:nvSpPr>
          <p:cNvPr id="40" name="Content Placeholder 2"/>
          <p:cNvSpPr>
            <a:spLocks noGrp="1"/>
          </p:cNvSpPr>
          <p:nvPr>
            <p:ph idx="13"/>
          </p:nvPr>
        </p:nvSpPr>
        <p:spPr>
          <a:xfrm>
            <a:off x="9386884" y="2617918"/>
            <a:ext cx="7431377"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11"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12"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Header 1 Line Content 3 Rows">
    <p:spTree>
      <p:nvGrpSpPr>
        <p:cNvPr id="1" name=""/>
        <p:cNvGrpSpPr/>
        <p:nvPr/>
      </p:nvGrpSpPr>
      <p:grpSpPr>
        <a:xfrm>
          <a:off x="0" y="0"/>
          <a:ext cx="0" cy="0"/>
          <a:chOff x="0" y="0"/>
          <a:chExt cx="0" cy="0"/>
        </a:xfrm>
      </p:grpSpPr>
      <p:sp>
        <p:nvSpPr>
          <p:cNvPr id="2" name="Title 1"/>
          <p:cNvSpPr>
            <a:spLocks noGrp="1"/>
          </p:cNvSpPr>
          <p:nvPr>
            <p:ph type="title"/>
          </p:nvPr>
        </p:nvSpPr>
        <p:spPr>
          <a:xfrm>
            <a:off x="1476079" y="1147820"/>
            <a:ext cx="11846413" cy="849927"/>
          </a:xfrm>
        </p:spPr>
        <p:txBody>
          <a:bodyPr/>
          <a:lstStyle>
            <a:lvl1pPr>
              <a:defRPr baseline="0"/>
            </a:lvl1pPr>
          </a:lstStyle>
          <a:p>
            <a:r>
              <a:rPr lang="ru-RU"/>
              <a:t>Образец заголовка</a:t>
            </a:r>
            <a:endParaRPr lang="en-US" dirty="0"/>
          </a:p>
        </p:txBody>
      </p:sp>
      <p:sp>
        <p:nvSpPr>
          <p:cNvPr id="3" name="Content Placeholder 2"/>
          <p:cNvSpPr>
            <a:spLocks noGrp="1"/>
          </p:cNvSpPr>
          <p:nvPr>
            <p:ph idx="1"/>
          </p:nvPr>
        </p:nvSpPr>
        <p:spPr>
          <a:xfrm>
            <a:off x="1476079" y="2617918"/>
            <a:ext cx="4811044"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pic>
        <p:nvPicPr>
          <p:cNvPr id="9"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0" name="Picture 9"/>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6078" y="1997746"/>
            <a:ext cx="1317520" cy="72000"/>
          </a:xfrm>
          <a:prstGeom prst="rect">
            <a:avLst/>
          </a:prstGeom>
        </p:spPr>
      </p:pic>
      <p:sp>
        <p:nvSpPr>
          <p:cNvPr id="40" name="Content Placeholder 2"/>
          <p:cNvSpPr>
            <a:spLocks noGrp="1"/>
          </p:cNvSpPr>
          <p:nvPr>
            <p:ph idx="13"/>
          </p:nvPr>
        </p:nvSpPr>
        <p:spPr>
          <a:xfrm>
            <a:off x="6752681" y="2617918"/>
            <a:ext cx="4799647"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41" name="Content Placeholder 2"/>
          <p:cNvSpPr>
            <a:spLocks noGrp="1"/>
          </p:cNvSpPr>
          <p:nvPr>
            <p:ph idx="14"/>
          </p:nvPr>
        </p:nvSpPr>
        <p:spPr>
          <a:xfrm>
            <a:off x="12024581" y="2617918"/>
            <a:ext cx="4784984"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11"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12"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Header 1 Line Content 1 Row">
    <p:spTree>
      <p:nvGrpSpPr>
        <p:cNvPr id="1" name=""/>
        <p:cNvGrpSpPr/>
        <p:nvPr/>
      </p:nvGrpSpPr>
      <p:grpSpPr>
        <a:xfrm>
          <a:off x="0" y="0"/>
          <a:ext cx="0" cy="0"/>
          <a:chOff x="0" y="0"/>
          <a:chExt cx="0" cy="0"/>
        </a:xfrm>
      </p:grpSpPr>
      <p:sp>
        <p:nvSpPr>
          <p:cNvPr id="2" name="Title 1"/>
          <p:cNvSpPr>
            <a:spLocks noGrp="1"/>
          </p:cNvSpPr>
          <p:nvPr>
            <p:ph type="title"/>
          </p:nvPr>
        </p:nvSpPr>
        <p:spPr>
          <a:xfrm>
            <a:off x="1476079" y="1147820"/>
            <a:ext cx="11846413" cy="849927"/>
          </a:xfrm>
        </p:spPr>
        <p:txBody>
          <a:bodyPr/>
          <a:lstStyle>
            <a:lvl1pPr>
              <a:defRPr baseline="0"/>
            </a:lvl1pPr>
          </a:lstStyle>
          <a:p>
            <a:r>
              <a:rPr lang="ru-RU"/>
              <a:t>Образец заголовка</a:t>
            </a:r>
            <a:endParaRPr lang="en-US" dirty="0"/>
          </a:p>
        </p:txBody>
      </p:sp>
      <p:sp>
        <p:nvSpPr>
          <p:cNvPr id="3" name="Content Placeholder 2"/>
          <p:cNvSpPr>
            <a:spLocks noGrp="1"/>
          </p:cNvSpPr>
          <p:nvPr>
            <p:ph idx="1"/>
          </p:nvPr>
        </p:nvSpPr>
        <p:spPr>
          <a:xfrm>
            <a:off x="1476079" y="2617918"/>
            <a:ext cx="3490579"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pic>
        <p:nvPicPr>
          <p:cNvPr id="9"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0" name="Picture 9"/>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6078" y="1997746"/>
            <a:ext cx="1317520" cy="72000"/>
          </a:xfrm>
          <a:prstGeom prst="rect">
            <a:avLst/>
          </a:prstGeom>
        </p:spPr>
      </p:pic>
      <p:sp>
        <p:nvSpPr>
          <p:cNvPr id="40" name="Content Placeholder 2"/>
          <p:cNvSpPr>
            <a:spLocks noGrp="1"/>
          </p:cNvSpPr>
          <p:nvPr>
            <p:ph idx="13"/>
          </p:nvPr>
        </p:nvSpPr>
        <p:spPr>
          <a:xfrm>
            <a:off x="5427702" y="2617918"/>
            <a:ext cx="3500353"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41" name="Content Placeholder 2"/>
          <p:cNvSpPr>
            <a:spLocks noGrp="1"/>
          </p:cNvSpPr>
          <p:nvPr>
            <p:ph idx="14"/>
          </p:nvPr>
        </p:nvSpPr>
        <p:spPr>
          <a:xfrm>
            <a:off x="9382027" y="2617918"/>
            <a:ext cx="3484818"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42" name="Content Placeholder 2"/>
          <p:cNvSpPr>
            <a:spLocks noGrp="1"/>
          </p:cNvSpPr>
          <p:nvPr>
            <p:ph idx="15"/>
          </p:nvPr>
        </p:nvSpPr>
        <p:spPr>
          <a:xfrm>
            <a:off x="13331236" y="2617918"/>
            <a:ext cx="3475971" cy="6413648"/>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11"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12"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ro Text">
    <p:bg>
      <p:bgPr>
        <a:solidFill>
          <a:srgbClr val="1E3867"/>
        </a:solidFill>
        <a:effectLst/>
      </p:bgPr>
    </p:bg>
    <p:spTree>
      <p:nvGrpSpPr>
        <p:cNvPr id="1" name=""/>
        <p:cNvGrpSpPr/>
        <p:nvPr/>
      </p:nvGrpSpPr>
      <p:grpSpPr>
        <a:xfrm>
          <a:off x="0" y="0"/>
          <a:ext cx="0" cy="0"/>
          <a:chOff x="0" y="0"/>
          <a:chExt cx="0" cy="0"/>
        </a:xfrm>
      </p:grpSpPr>
      <p:sp>
        <p:nvSpPr>
          <p:cNvPr id="3" name="Title 1"/>
          <p:cNvSpPr>
            <a:spLocks noGrp="1"/>
          </p:cNvSpPr>
          <p:nvPr>
            <p:ph type="title"/>
          </p:nvPr>
        </p:nvSpPr>
        <p:spPr>
          <a:xfrm>
            <a:off x="1476080" y="1147819"/>
            <a:ext cx="15335840" cy="7883749"/>
          </a:xfrm>
          <a:ln>
            <a:noFill/>
          </a:ln>
        </p:spPr>
        <p:txBody>
          <a:bodyPr anchor="ctr" anchorCtr="0"/>
          <a:lstStyle>
            <a:lvl1pPr>
              <a:lnSpc>
                <a:spcPct val="100000"/>
              </a:lnSpc>
              <a:defRPr sz="9602" baseline="0">
                <a:solidFill>
                  <a:schemeClr val="bg1"/>
                </a:solidFill>
              </a:defRPr>
            </a:lvl1pPr>
          </a:lstStyle>
          <a:p>
            <a:r>
              <a:rPr lang="ru-RU"/>
              <a:t>Образец заголовка</a:t>
            </a:r>
            <a:endParaRPr lang="en-US" dirty="0"/>
          </a:p>
        </p:txBody>
      </p:sp>
    </p:spTree>
    <p:extLst>
      <p:ext uri="{BB962C8B-B14F-4D97-AF65-F5344CB8AC3E}">
        <p14:creationId xmlns:p14="http://schemas.microsoft.com/office/powerpoint/2010/main" val="3828421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Header 2 Lines Content 1 Row">
    <p:spTree>
      <p:nvGrpSpPr>
        <p:cNvPr id="1" name=""/>
        <p:cNvGrpSpPr/>
        <p:nvPr/>
      </p:nvGrpSpPr>
      <p:grpSpPr>
        <a:xfrm>
          <a:off x="0" y="0"/>
          <a:ext cx="0" cy="0"/>
          <a:chOff x="0" y="0"/>
          <a:chExt cx="0" cy="0"/>
        </a:xfrm>
      </p:grpSpPr>
      <p:pic>
        <p:nvPicPr>
          <p:cNvPr id="165"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69" name="Picture 168"/>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7751" y="2724902"/>
            <a:ext cx="1314000" cy="72000"/>
          </a:xfrm>
          <a:prstGeom prst="rect">
            <a:avLst/>
          </a:prstGeom>
        </p:spPr>
      </p:pic>
      <p:sp>
        <p:nvSpPr>
          <p:cNvPr id="200" name="Title 1"/>
          <p:cNvSpPr>
            <a:spLocks noGrp="1"/>
          </p:cNvSpPr>
          <p:nvPr>
            <p:ph type="title" hasCustomPrompt="1"/>
          </p:nvPr>
        </p:nvSpPr>
        <p:spPr>
          <a:xfrm>
            <a:off x="1476079" y="1147820"/>
            <a:ext cx="11846413" cy="1290951"/>
          </a:xfrm>
        </p:spPr>
        <p:txBody>
          <a:bodyPr/>
          <a:lstStyle>
            <a:lvl1pPr>
              <a:defRPr baseline="0"/>
            </a:lvl1pPr>
          </a:lstStyle>
          <a:p>
            <a:r>
              <a:rPr lang="en-US" dirty="0"/>
              <a:t>Click to edit Master </a:t>
            </a:r>
            <a:r>
              <a:rPr lang="en-US"/>
              <a:t>title style</a:t>
            </a:r>
            <a:br>
              <a:rPr lang="en-US"/>
            </a:br>
            <a:r>
              <a:rPr lang="en-US"/>
              <a:t>2 Lines</a:t>
            </a:r>
            <a:endParaRPr lang="en-US" dirty="0"/>
          </a:p>
        </p:txBody>
      </p:sp>
      <p:sp>
        <p:nvSpPr>
          <p:cNvPr id="201" name="Content Placeholder 2"/>
          <p:cNvSpPr>
            <a:spLocks noGrp="1"/>
          </p:cNvSpPr>
          <p:nvPr>
            <p:ph idx="1"/>
          </p:nvPr>
        </p:nvSpPr>
        <p:spPr>
          <a:xfrm>
            <a:off x="1476079" y="3345064"/>
            <a:ext cx="15335092"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8"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9"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spTree>
    <p:extLst>
      <p:ext uri="{BB962C8B-B14F-4D97-AF65-F5344CB8AC3E}">
        <p14:creationId xmlns:p14="http://schemas.microsoft.com/office/powerpoint/2010/main" val="1914476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eader 2 Lines Content 2 Rows">
    <p:spTree>
      <p:nvGrpSpPr>
        <p:cNvPr id="1" name=""/>
        <p:cNvGrpSpPr/>
        <p:nvPr/>
      </p:nvGrpSpPr>
      <p:grpSpPr>
        <a:xfrm>
          <a:off x="0" y="0"/>
          <a:ext cx="0" cy="0"/>
          <a:chOff x="0" y="0"/>
          <a:chExt cx="0" cy="0"/>
        </a:xfrm>
      </p:grpSpPr>
      <p:pic>
        <p:nvPicPr>
          <p:cNvPr id="165"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69" name="Picture 168"/>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7751" y="2724902"/>
            <a:ext cx="1314000" cy="72000"/>
          </a:xfrm>
          <a:prstGeom prst="rect">
            <a:avLst/>
          </a:prstGeom>
        </p:spPr>
      </p:pic>
      <p:sp>
        <p:nvSpPr>
          <p:cNvPr id="200" name="Title 1"/>
          <p:cNvSpPr>
            <a:spLocks noGrp="1"/>
          </p:cNvSpPr>
          <p:nvPr>
            <p:ph type="title" hasCustomPrompt="1"/>
          </p:nvPr>
        </p:nvSpPr>
        <p:spPr>
          <a:xfrm>
            <a:off x="1476079" y="1147820"/>
            <a:ext cx="11846413" cy="1290951"/>
          </a:xfrm>
        </p:spPr>
        <p:txBody>
          <a:bodyPr/>
          <a:lstStyle>
            <a:lvl1pPr>
              <a:defRPr baseline="0"/>
            </a:lvl1pPr>
          </a:lstStyle>
          <a:p>
            <a:r>
              <a:rPr lang="en-US" dirty="0"/>
              <a:t>Click to edit Master </a:t>
            </a:r>
            <a:r>
              <a:rPr lang="en-US"/>
              <a:t>title style</a:t>
            </a:r>
            <a:br>
              <a:rPr lang="en-US"/>
            </a:br>
            <a:r>
              <a:rPr lang="en-US"/>
              <a:t>2 Lines</a:t>
            </a:r>
            <a:endParaRPr lang="en-US" dirty="0"/>
          </a:p>
        </p:txBody>
      </p:sp>
      <p:sp>
        <p:nvSpPr>
          <p:cNvPr id="201" name="Content Placeholder 2"/>
          <p:cNvSpPr>
            <a:spLocks noGrp="1"/>
          </p:cNvSpPr>
          <p:nvPr>
            <p:ph idx="1"/>
          </p:nvPr>
        </p:nvSpPr>
        <p:spPr>
          <a:xfrm>
            <a:off x="1476079" y="3345064"/>
            <a:ext cx="7454718"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40" name="Content Placeholder 2"/>
          <p:cNvSpPr>
            <a:spLocks noGrp="1"/>
          </p:cNvSpPr>
          <p:nvPr>
            <p:ph idx="13"/>
          </p:nvPr>
        </p:nvSpPr>
        <p:spPr>
          <a:xfrm>
            <a:off x="9386500" y="3345064"/>
            <a:ext cx="7423065"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9"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10"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er 2 Lines Content 3 Rows">
    <p:spTree>
      <p:nvGrpSpPr>
        <p:cNvPr id="1" name=""/>
        <p:cNvGrpSpPr/>
        <p:nvPr/>
      </p:nvGrpSpPr>
      <p:grpSpPr>
        <a:xfrm>
          <a:off x="0" y="0"/>
          <a:ext cx="0" cy="0"/>
          <a:chOff x="0" y="0"/>
          <a:chExt cx="0" cy="0"/>
        </a:xfrm>
      </p:grpSpPr>
      <p:pic>
        <p:nvPicPr>
          <p:cNvPr id="165"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69" name="Picture 168"/>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7751" y="2724902"/>
            <a:ext cx="1314000" cy="72000"/>
          </a:xfrm>
          <a:prstGeom prst="rect">
            <a:avLst/>
          </a:prstGeom>
        </p:spPr>
      </p:pic>
      <p:sp>
        <p:nvSpPr>
          <p:cNvPr id="200" name="Title 1"/>
          <p:cNvSpPr>
            <a:spLocks noGrp="1"/>
          </p:cNvSpPr>
          <p:nvPr>
            <p:ph type="title" hasCustomPrompt="1"/>
          </p:nvPr>
        </p:nvSpPr>
        <p:spPr>
          <a:xfrm>
            <a:off x="1476079" y="1147820"/>
            <a:ext cx="11846413" cy="1290951"/>
          </a:xfrm>
        </p:spPr>
        <p:txBody>
          <a:bodyPr/>
          <a:lstStyle>
            <a:lvl1pPr>
              <a:defRPr baseline="0"/>
            </a:lvl1pPr>
          </a:lstStyle>
          <a:p>
            <a:r>
              <a:rPr lang="en-US" dirty="0"/>
              <a:t>Click to edit Master </a:t>
            </a:r>
            <a:r>
              <a:rPr lang="en-US"/>
              <a:t>title style</a:t>
            </a:r>
            <a:br>
              <a:rPr lang="en-US"/>
            </a:br>
            <a:r>
              <a:rPr lang="en-US"/>
              <a:t>2 Lines</a:t>
            </a:r>
            <a:endParaRPr lang="en-US" dirty="0"/>
          </a:p>
        </p:txBody>
      </p:sp>
      <p:sp>
        <p:nvSpPr>
          <p:cNvPr id="201" name="Content Placeholder 2"/>
          <p:cNvSpPr>
            <a:spLocks noGrp="1"/>
          </p:cNvSpPr>
          <p:nvPr>
            <p:ph idx="1"/>
          </p:nvPr>
        </p:nvSpPr>
        <p:spPr>
          <a:xfrm>
            <a:off x="1476079" y="3345064"/>
            <a:ext cx="4808689"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40" name="Content Placeholder 2"/>
          <p:cNvSpPr>
            <a:spLocks noGrp="1"/>
          </p:cNvSpPr>
          <p:nvPr>
            <p:ph idx="13"/>
          </p:nvPr>
        </p:nvSpPr>
        <p:spPr>
          <a:xfrm>
            <a:off x="6752681" y="3345064"/>
            <a:ext cx="4800425"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41" name="Content Placeholder 2"/>
          <p:cNvSpPr>
            <a:spLocks noGrp="1"/>
          </p:cNvSpPr>
          <p:nvPr>
            <p:ph idx="14"/>
          </p:nvPr>
        </p:nvSpPr>
        <p:spPr>
          <a:xfrm>
            <a:off x="12008060" y="3345064"/>
            <a:ext cx="4810193"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10"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11"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er 2 Lines Content 1 Row">
    <p:spTree>
      <p:nvGrpSpPr>
        <p:cNvPr id="1" name=""/>
        <p:cNvGrpSpPr/>
        <p:nvPr/>
      </p:nvGrpSpPr>
      <p:grpSpPr>
        <a:xfrm>
          <a:off x="0" y="0"/>
          <a:ext cx="0" cy="0"/>
          <a:chOff x="0" y="0"/>
          <a:chExt cx="0" cy="0"/>
        </a:xfrm>
      </p:grpSpPr>
      <p:pic>
        <p:nvPicPr>
          <p:cNvPr id="165"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69" name="Picture 168"/>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7751" y="2724902"/>
            <a:ext cx="1314000" cy="72000"/>
          </a:xfrm>
          <a:prstGeom prst="rect">
            <a:avLst/>
          </a:prstGeom>
        </p:spPr>
      </p:pic>
      <p:sp>
        <p:nvSpPr>
          <p:cNvPr id="200" name="Title 1"/>
          <p:cNvSpPr>
            <a:spLocks noGrp="1"/>
          </p:cNvSpPr>
          <p:nvPr>
            <p:ph type="title" hasCustomPrompt="1"/>
          </p:nvPr>
        </p:nvSpPr>
        <p:spPr>
          <a:xfrm>
            <a:off x="1476079" y="1147820"/>
            <a:ext cx="11846413" cy="1290951"/>
          </a:xfrm>
        </p:spPr>
        <p:txBody>
          <a:bodyPr/>
          <a:lstStyle>
            <a:lvl1pPr>
              <a:defRPr baseline="0"/>
            </a:lvl1pPr>
          </a:lstStyle>
          <a:p>
            <a:r>
              <a:rPr lang="en-US" dirty="0"/>
              <a:t>Click to edit Master title style</a:t>
            </a:r>
            <a:br>
              <a:rPr lang="en-US" dirty="0"/>
            </a:br>
            <a:r>
              <a:rPr lang="en-US" dirty="0"/>
              <a:t>2 Lines</a:t>
            </a:r>
          </a:p>
        </p:txBody>
      </p:sp>
      <p:sp>
        <p:nvSpPr>
          <p:cNvPr id="201" name="Content Placeholder 2"/>
          <p:cNvSpPr>
            <a:spLocks noGrp="1"/>
          </p:cNvSpPr>
          <p:nvPr>
            <p:ph idx="1"/>
          </p:nvPr>
        </p:nvSpPr>
        <p:spPr>
          <a:xfrm>
            <a:off x="1476079" y="3345064"/>
            <a:ext cx="3490579"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40" name="Content Placeholder 2"/>
          <p:cNvSpPr>
            <a:spLocks noGrp="1"/>
          </p:cNvSpPr>
          <p:nvPr>
            <p:ph idx="13"/>
          </p:nvPr>
        </p:nvSpPr>
        <p:spPr>
          <a:xfrm>
            <a:off x="5424321" y="3345064"/>
            <a:ext cx="3504170"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41" name="Content Placeholder 2"/>
          <p:cNvSpPr>
            <a:spLocks noGrp="1"/>
          </p:cNvSpPr>
          <p:nvPr>
            <p:ph idx="14"/>
          </p:nvPr>
        </p:nvSpPr>
        <p:spPr>
          <a:xfrm>
            <a:off x="9382027" y="3345064"/>
            <a:ext cx="3485519"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42" name="Content Placeholder 2"/>
          <p:cNvSpPr>
            <a:spLocks noGrp="1"/>
          </p:cNvSpPr>
          <p:nvPr>
            <p:ph idx="15"/>
          </p:nvPr>
        </p:nvSpPr>
        <p:spPr>
          <a:xfrm>
            <a:off x="13331236" y="3345064"/>
            <a:ext cx="3489668" cy="5686502"/>
          </a:xfrm>
        </p:spPr>
        <p:txBody>
          <a:bodyPr/>
          <a:lstStyle>
            <a:lvl1pPr marL="0" indent="0">
              <a:spcBef>
                <a:spcPts val="600"/>
              </a:spcBef>
              <a:buFont typeface="+mj-lt"/>
              <a:buNone/>
              <a:defRPr sz="2400"/>
            </a:lvl1pPr>
            <a:lvl2pPr marL="457291" indent="0">
              <a:buFont typeface="+mj-lt"/>
              <a:buNone/>
              <a:defRPr/>
            </a:lvl2pPr>
            <a:lvl3pPr marL="914583" indent="0">
              <a:buFont typeface="+mj-lt"/>
              <a:buNone/>
              <a:defRPr/>
            </a:lvl3pPr>
            <a:lvl4pPr marL="1371875" indent="0">
              <a:buFont typeface="+mj-lt"/>
              <a:buNone/>
              <a:defRPr/>
            </a:lvl4pPr>
            <a:lvl5pPr marL="1829166" indent="0">
              <a:buFont typeface="+mj-lt"/>
              <a:buNone/>
              <a:defRPr/>
            </a:lvl5pPr>
          </a:lstStyle>
          <a:p>
            <a:pPr lvl="0"/>
            <a:r>
              <a:rPr lang="ru-RU"/>
              <a:t>Образец текста</a:t>
            </a:r>
          </a:p>
        </p:txBody>
      </p:sp>
      <p:sp>
        <p:nvSpPr>
          <p:cNvPr id="11"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12"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Orange">
    <p:bg>
      <p:bgPr>
        <a:solidFill>
          <a:schemeClr val="accent5"/>
        </a:solidFill>
        <a:effectLst/>
      </p:bgPr>
    </p:bg>
    <p:spTree>
      <p:nvGrpSpPr>
        <p:cNvPr id="1" name=""/>
        <p:cNvGrpSpPr/>
        <p:nvPr/>
      </p:nvGrpSpPr>
      <p:grpSpPr>
        <a:xfrm>
          <a:off x="0" y="0"/>
          <a:ext cx="0" cy="0"/>
          <a:chOff x="0" y="0"/>
          <a:chExt cx="0" cy="0"/>
        </a:xfrm>
      </p:grpSpPr>
      <p:sp>
        <p:nvSpPr>
          <p:cNvPr id="200" name="Title 1"/>
          <p:cNvSpPr>
            <a:spLocks noGrp="1"/>
          </p:cNvSpPr>
          <p:nvPr>
            <p:ph type="title"/>
          </p:nvPr>
        </p:nvSpPr>
        <p:spPr>
          <a:xfrm>
            <a:off x="1476079" y="5142829"/>
            <a:ext cx="15335092" cy="2089512"/>
          </a:xfrm>
        </p:spPr>
        <p:txBody>
          <a:bodyPr anchor="b" anchorCtr="0"/>
          <a:lstStyle>
            <a:lvl1pPr>
              <a:defRPr baseline="0">
                <a:solidFill>
                  <a:schemeClr val="bg1"/>
                </a:solidFill>
              </a:defRPr>
            </a:lvl1pPr>
          </a:lstStyle>
          <a:p>
            <a:r>
              <a:rPr lang="ru-RU"/>
              <a:t>Образец заголовка</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Green">
    <p:bg>
      <p:bgPr>
        <a:solidFill>
          <a:schemeClr val="accent2"/>
        </a:solidFill>
        <a:effectLst/>
      </p:bgPr>
    </p:bg>
    <p:spTree>
      <p:nvGrpSpPr>
        <p:cNvPr id="1" name=""/>
        <p:cNvGrpSpPr/>
        <p:nvPr/>
      </p:nvGrpSpPr>
      <p:grpSpPr>
        <a:xfrm>
          <a:off x="0" y="0"/>
          <a:ext cx="0" cy="0"/>
          <a:chOff x="0" y="0"/>
          <a:chExt cx="0" cy="0"/>
        </a:xfrm>
      </p:grpSpPr>
      <p:sp>
        <p:nvSpPr>
          <p:cNvPr id="200" name="Title 1"/>
          <p:cNvSpPr>
            <a:spLocks noGrp="1"/>
          </p:cNvSpPr>
          <p:nvPr>
            <p:ph type="title"/>
          </p:nvPr>
        </p:nvSpPr>
        <p:spPr>
          <a:xfrm>
            <a:off x="1476079" y="5142829"/>
            <a:ext cx="15335092" cy="2089512"/>
          </a:xfrm>
        </p:spPr>
        <p:txBody>
          <a:bodyPr anchor="b" anchorCtr="0"/>
          <a:lstStyle>
            <a:lvl1pPr>
              <a:defRPr baseline="0">
                <a:solidFill>
                  <a:schemeClr val="bg1"/>
                </a:solidFill>
              </a:defRPr>
            </a:lvl1pPr>
          </a:lstStyle>
          <a:p>
            <a:r>
              <a:rPr lang="ru-RU"/>
              <a:t>Образец заголовка</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Red">
    <p:bg>
      <p:bgPr>
        <a:solidFill>
          <a:schemeClr val="accent3"/>
        </a:solidFill>
        <a:effectLst/>
      </p:bgPr>
    </p:bg>
    <p:spTree>
      <p:nvGrpSpPr>
        <p:cNvPr id="1" name=""/>
        <p:cNvGrpSpPr/>
        <p:nvPr/>
      </p:nvGrpSpPr>
      <p:grpSpPr>
        <a:xfrm>
          <a:off x="0" y="0"/>
          <a:ext cx="0" cy="0"/>
          <a:chOff x="0" y="0"/>
          <a:chExt cx="0" cy="0"/>
        </a:xfrm>
      </p:grpSpPr>
      <p:sp>
        <p:nvSpPr>
          <p:cNvPr id="200" name="Title 1"/>
          <p:cNvSpPr>
            <a:spLocks noGrp="1"/>
          </p:cNvSpPr>
          <p:nvPr>
            <p:ph type="title"/>
          </p:nvPr>
        </p:nvSpPr>
        <p:spPr>
          <a:xfrm>
            <a:off x="1476079" y="5142829"/>
            <a:ext cx="15335092" cy="2089512"/>
          </a:xfrm>
        </p:spPr>
        <p:txBody>
          <a:bodyPr anchor="b" anchorCtr="0"/>
          <a:lstStyle>
            <a:lvl1pPr>
              <a:defRPr baseline="0">
                <a:solidFill>
                  <a:schemeClr val="bg1"/>
                </a:solidFill>
              </a:defRPr>
            </a:lvl1pPr>
          </a:lstStyle>
          <a:p>
            <a:r>
              <a:rPr lang="ru-RU"/>
              <a:t>Образец заголовка</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Lilac">
    <p:bg>
      <p:bgPr>
        <a:solidFill>
          <a:schemeClr val="accent4"/>
        </a:solidFill>
        <a:effectLst/>
      </p:bgPr>
    </p:bg>
    <p:spTree>
      <p:nvGrpSpPr>
        <p:cNvPr id="1" name=""/>
        <p:cNvGrpSpPr/>
        <p:nvPr/>
      </p:nvGrpSpPr>
      <p:grpSpPr>
        <a:xfrm>
          <a:off x="0" y="0"/>
          <a:ext cx="0" cy="0"/>
          <a:chOff x="0" y="0"/>
          <a:chExt cx="0" cy="0"/>
        </a:xfrm>
      </p:grpSpPr>
      <p:sp>
        <p:nvSpPr>
          <p:cNvPr id="200" name="Title 1"/>
          <p:cNvSpPr>
            <a:spLocks noGrp="1"/>
          </p:cNvSpPr>
          <p:nvPr>
            <p:ph type="title"/>
          </p:nvPr>
        </p:nvSpPr>
        <p:spPr>
          <a:xfrm>
            <a:off x="1476079" y="5142829"/>
            <a:ext cx="15335092" cy="2089512"/>
          </a:xfrm>
        </p:spPr>
        <p:txBody>
          <a:bodyPr anchor="b" anchorCtr="0"/>
          <a:lstStyle>
            <a:lvl1pPr>
              <a:defRPr baseline="0">
                <a:solidFill>
                  <a:schemeClr val="bg1"/>
                </a:solidFill>
              </a:defRPr>
            </a:lvl1pPr>
          </a:lstStyle>
          <a:p>
            <a:r>
              <a:rPr lang="ru-RU"/>
              <a:t>Образец заголовка</a:t>
            </a:r>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Teal">
    <p:bg>
      <p:bgPr>
        <a:solidFill>
          <a:schemeClr val="accent1"/>
        </a:solidFill>
        <a:effectLst/>
      </p:bgPr>
    </p:bg>
    <p:spTree>
      <p:nvGrpSpPr>
        <p:cNvPr id="1" name=""/>
        <p:cNvGrpSpPr/>
        <p:nvPr/>
      </p:nvGrpSpPr>
      <p:grpSpPr>
        <a:xfrm>
          <a:off x="0" y="0"/>
          <a:ext cx="0" cy="0"/>
          <a:chOff x="0" y="0"/>
          <a:chExt cx="0" cy="0"/>
        </a:xfrm>
      </p:grpSpPr>
      <p:sp>
        <p:nvSpPr>
          <p:cNvPr id="200" name="Title 1"/>
          <p:cNvSpPr>
            <a:spLocks noGrp="1"/>
          </p:cNvSpPr>
          <p:nvPr>
            <p:ph type="title"/>
          </p:nvPr>
        </p:nvSpPr>
        <p:spPr>
          <a:xfrm>
            <a:off x="1476079" y="5142829"/>
            <a:ext cx="15335092" cy="2089512"/>
          </a:xfrm>
        </p:spPr>
        <p:txBody>
          <a:bodyPr anchor="b" anchorCtr="0"/>
          <a:lstStyle>
            <a:lvl1pPr>
              <a:defRPr baseline="0">
                <a:solidFill>
                  <a:schemeClr val="bg1"/>
                </a:solidFill>
              </a:defRPr>
            </a:lvl1pPr>
          </a:lstStyle>
          <a:p>
            <a:r>
              <a:rPr lang="ru-RU"/>
              <a:t>Образец заголовка</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er 1 Line Big Photo">
    <p:spTree>
      <p:nvGrpSpPr>
        <p:cNvPr id="1" name=""/>
        <p:cNvGrpSpPr/>
        <p:nvPr/>
      </p:nvGrpSpPr>
      <p:grpSpPr>
        <a:xfrm>
          <a:off x="0" y="0"/>
          <a:ext cx="0" cy="0"/>
          <a:chOff x="0" y="0"/>
          <a:chExt cx="0" cy="0"/>
        </a:xfrm>
      </p:grpSpPr>
      <p:sp>
        <p:nvSpPr>
          <p:cNvPr id="2" name="Title 1"/>
          <p:cNvSpPr>
            <a:spLocks noGrp="1"/>
          </p:cNvSpPr>
          <p:nvPr>
            <p:ph type="title"/>
          </p:nvPr>
        </p:nvSpPr>
        <p:spPr>
          <a:xfrm>
            <a:off x="1476079" y="1147820"/>
            <a:ext cx="11846413" cy="849927"/>
          </a:xfrm>
        </p:spPr>
        <p:txBody>
          <a:bodyPr/>
          <a:lstStyle>
            <a:lvl1pPr>
              <a:defRPr baseline="0"/>
            </a:lvl1pPr>
          </a:lstStyle>
          <a:p>
            <a:r>
              <a:rPr lang="ru-RU"/>
              <a:t>Образец заголовка</a:t>
            </a:r>
            <a:endParaRPr lang="en-US" dirty="0"/>
          </a:p>
        </p:txBody>
      </p:sp>
      <p:pic>
        <p:nvPicPr>
          <p:cNvPr id="9"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0" name="Picture 9"/>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6078" y="1997746"/>
            <a:ext cx="1317520" cy="72000"/>
          </a:xfrm>
          <a:prstGeom prst="rect">
            <a:avLst/>
          </a:prstGeom>
        </p:spPr>
      </p:pic>
      <p:sp>
        <p:nvSpPr>
          <p:cNvPr id="40" name="Picture Placeholder 7"/>
          <p:cNvSpPr>
            <a:spLocks noGrp="1"/>
          </p:cNvSpPr>
          <p:nvPr>
            <p:ph type="pic" sz="quarter" idx="20"/>
          </p:nvPr>
        </p:nvSpPr>
        <p:spPr>
          <a:xfrm>
            <a:off x="1482709" y="2617917"/>
            <a:ext cx="15326856" cy="6413651"/>
          </a:xfrm>
          <a:solidFill>
            <a:schemeClr val="tx2">
              <a:lumMod val="10000"/>
              <a:lumOff val="90000"/>
            </a:schemeClr>
          </a:solidFill>
        </p:spPr>
        <p:txBody>
          <a:bodyPr vert="horz" anchor="ctr" anchorCtr="0"/>
          <a:lstStyle>
            <a:lvl1pPr marL="0" indent="0" algn="ctr">
              <a:buNone/>
              <a:defRPr sz="2000" cap="all" baseline="0"/>
            </a:lvl1pPr>
          </a:lstStyle>
          <a:p>
            <a:r>
              <a:rPr lang="ru-RU"/>
              <a:t>Вставка рисунка</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Header 1 Line 2 Photos">
    <p:spTree>
      <p:nvGrpSpPr>
        <p:cNvPr id="1" name=""/>
        <p:cNvGrpSpPr/>
        <p:nvPr/>
      </p:nvGrpSpPr>
      <p:grpSpPr>
        <a:xfrm>
          <a:off x="0" y="0"/>
          <a:ext cx="0" cy="0"/>
          <a:chOff x="0" y="0"/>
          <a:chExt cx="0" cy="0"/>
        </a:xfrm>
      </p:grpSpPr>
      <p:sp>
        <p:nvSpPr>
          <p:cNvPr id="2" name="Title 1"/>
          <p:cNvSpPr>
            <a:spLocks noGrp="1"/>
          </p:cNvSpPr>
          <p:nvPr>
            <p:ph type="title"/>
          </p:nvPr>
        </p:nvSpPr>
        <p:spPr>
          <a:xfrm>
            <a:off x="1476079" y="1147820"/>
            <a:ext cx="11846413" cy="849927"/>
          </a:xfrm>
        </p:spPr>
        <p:txBody>
          <a:bodyPr/>
          <a:lstStyle>
            <a:lvl1pPr>
              <a:defRPr baseline="0"/>
            </a:lvl1pPr>
          </a:lstStyle>
          <a:p>
            <a:r>
              <a:rPr lang="ru-RU"/>
              <a:t>Образец заголовка</a:t>
            </a:r>
            <a:endParaRPr lang="en-US" dirty="0"/>
          </a:p>
        </p:txBody>
      </p:sp>
      <p:pic>
        <p:nvPicPr>
          <p:cNvPr id="9"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0" name="Picture 9"/>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6078" y="1997746"/>
            <a:ext cx="1317520" cy="72000"/>
          </a:xfrm>
          <a:prstGeom prst="rect">
            <a:avLst/>
          </a:prstGeom>
        </p:spPr>
      </p:pic>
      <p:sp>
        <p:nvSpPr>
          <p:cNvPr id="40" name="Picture Placeholder 7"/>
          <p:cNvSpPr>
            <a:spLocks noGrp="1"/>
          </p:cNvSpPr>
          <p:nvPr>
            <p:ph type="pic" sz="quarter" idx="20"/>
          </p:nvPr>
        </p:nvSpPr>
        <p:spPr>
          <a:xfrm>
            <a:off x="1482709" y="2617918"/>
            <a:ext cx="7448088" cy="6413650"/>
          </a:xfrm>
          <a:solidFill>
            <a:schemeClr val="tx2">
              <a:lumMod val="10000"/>
              <a:lumOff val="90000"/>
            </a:schemeClr>
          </a:solidFill>
        </p:spPr>
        <p:txBody>
          <a:bodyPr vert="horz" anchor="ctr" anchorCtr="0"/>
          <a:lstStyle>
            <a:lvl1pPr marL="0" indent="0" algn="ctr">
              <a:buNone/>
              <a:defRPr sz="2000" cap="all" baseline="0"/>
            </a:lvl1pPr>
          </a:lstStyle>
          <a:p>
            <a:r>
              <a:rPr lang="ru-RU"/>
              <a:t>Вставка рисунка</a:t>
            </a:r>
            <a:endParaRPr lang="en-US" dirty="0"/>
          </a:p>
        </p:txBody>
      </p:sp>
      <p:sp>
        <p:nvSpPr>
          <p:cNvPr id="38" name="Picture Placeholder 7"/>
          <p:cNvSpPr>
            <a:spLocks noGrp="1"/>
          </p:cNvSpPr>
          <p:nvPr>
            <p:ph type="pic" sz="quarter" idx="21"/>
          </p:nvPr>
        </p:nvSpPr>
        <p:spPr>
          <a:xfrm>
            <a:off x="9386260" y="2617918"/>
            <a:ext cx="7429932" cy="6413650"/>
          </a:xfrm>
          <a:solidFill>
            <a:schemeClr val="tx2">
              <a:lumMod val="10000"/>
              <a:lumOff val="90000"/>
            </a:schemeClr>
          </a:solidFill>
        </p:spPr>
        <p:txBody>
          <a:bodyPr vert="horz" anchor="ctr" anchorCtr="0"/>
          <a:lstStyle>
            <a:lvl1pPr marL="0" indent="0" algn="ctr">
              <a:buNone/>
              <a:defRPr sz="2000" cap="all" baseline="0"/>
            </a:lvl1pPr>
          </a:lstStyle>
          <a:p>
            <a:r>
              <a:rPr lang="ru-RU"/>
              <a:t>Вставка рисунка</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1 Line 8 Images">
    <p:spTree>
      <p:nvGrpSpPr>
        <p:cNvPr id="1" name=""/>
        <p:cNvGrpSpPr/>
        <p:nvPr/>
      </p:nvGrpSpPr>
      <p:grpSpPr>
        <a:xfrm>
          <a:off x="0" y="0"/>
          <a:ext cx="0" cy="0"/>
          <a:chOff x="0" y="0"/>
          <a:chExt cx="0" cy="0"/>
        </a:xfrm>
      </p:grpSpPr>
      <p:sp>
        <p:nvSpPr>
          <p:cNvPr id="2" name="Title 1"/>
          <p:cNvSpPr>
            <a:spLocks noGrp="1"/>
          </p:cNvSpPr>
          <p:nvPr>
            <p:ph type="title"/>
          </p:nvPr>
        </p:nvSpPr>
        <p:spPr>
          <a:xfrm>
            <a:off x="1476079" y="1147820"/>
            <a:ext cx="11846413" cy="849927"/>
          </a:xfrm>
        </p:spPr>
        <p:txBody>
          <a:bodyPr/>
          <a:lstStyle>
            <a:lvl1pPr>
              <a:defRPr baseline="0"/>
            </a:lvl1pPr>
          </a:lstStyle>
          <a:p>
            <a:r>
              <a:rPr lang="ru-RU"/>
              <a:t>Образец заголовка</a:t>
            </a:r>
            <a:endParaRPr lang="en-US" dirty="0"/>
          </a:p>
        </p:txBody>
      </p:sp>
      <p:pic>
        <p:nvPicPr>
          <p:cNvPr id="9"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0" name="Picture 9"/>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6078" y="1997746"/>
            <a:ext cx="1317520" cy="72000"/>
          </a:xfrm>
          <a:prstGeom prst="rect">
            <a:avLst/>
          </a:prstGeom>
        </p:spPr>
      </p:pic>
      <p:sp>
        <p:nvSpPr>
          <p:cNvPr id="40" name="Picture Placeholder 7"/>
          <p:cNvSpPr>
            <a:spLocks noGrp="1"/>
          </p:cNvSpPr>
          <p:nvPr>
            <p:ph type="pic" sz="quarter" idx="20"/>
          </p:nvPr>
        </p:nvSpPr>
        <p:spPr>
          <a:xfrm>
            <a:off x="1471809" y="2617918"/>
            <a:ext cx="3493420" cy="2978225"/>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1" name="Picture Placeholder 7"/>
          <p:cNvSpPr>
            <a:spLocks noGrp="1"/>
          </p:cNvSpPr>
          <p:nvPr>
            <p:ph type="pic" sz="quarter" idx="22"/>
          </p:nvPr>
        </p:nvSpPr>
        <p:spPr>
          <a:xfrm>
            <a:off x="1471809" y="6053343"/>
            <a:ext cx="3493420" cy="2978225"/>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2" name="Picture Placeholder 7"/>
          <p:cNvSpPr>
            <a:spLocks noGrp="1"/>
          </p:cNvSpPr>
          <p:nvPr>
            <p:ph type="pic" sz="quarter" idx="23"/>
          </p:nvPr>
        </p:nvSpPr>
        <p:spPr>
          <a:xfrm>
            <a:off x="5425587" y="2617918"/>
            <a:ext cx="3497502" cy="2978225"/>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3" name="Picture Placeholder 7"/>
          <p:cNvSpPr>
            <a:spLocks noGrp="1"/>
          </p:cNvSpPr>
          <p:nvPr>
            <p:ph type="pic" sz="quarter" idx="24"/>
          </p:nvPr>
        </p:nvSpPr>
        <p:spPr>
          <a:xfrm>
            <a:off x="5425587" y="6053343"/>
            <a:ext cx="3498478" cy="2978225"/>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4" name="Picture Placeholder 7"/>
          <p:cNvSpPr>
            <a:spLocks noGrp="1"/>
          </p:cNvSpPr>
          <p:nvPr>
            <p:ph type="pic" sz="quarter" idx="25"/>
          </p:nvPr>
        </p:nvSpPr>
        <p:spPr>
          <a:xfrm>
            <a:off x="9386500" y="2617918"/>
            <a:ext cx="3485418" cy="2978225"/>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5" name="Picture Placeholder 7"/>
          <p:cNvSpPr>
            <a:spLocks noGrp="1"/>
          </p:cNvSpPr>
          <p:nvPr>
            <p:ph type="pic" sz="quarter" idx="26"/>
          </p:nvPr>
        </p:nvSpPr>
        <p:spPr>
          <a:xfrm>
            <a:off x="9386500" y="6053343"/>
            <a:ext cx="3484277" cy="2978225"/>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6" name="Picture Placeholder 7"/>
          <p:cNvSpPr>
            <a:spLocks noGrp="1"/>
          </p:cNvSpPr>
          <p:nvPr>
            <p:ph type="pic" sz="quarter" idx="27"/>
          </p:nvPr>
        </p:nvSpPr>
        <p:spPr>
          <a:xfrm>
            <a:off x="13322492" y="2617918"/>
            <a:ext cx="3482223" cy="2978225"/>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7" name="Picture Placeholder 7"/>
          <p:cNvSpPr>
            <a:spLocks noGrp="1"/>
          </p:cNvSpPr>
          <p:nvPr>
            <p:ph type="pic" sz="quarter" idx="28"/>
          </p:nvPr>
        </p:nvSpPr>
        <p:spPr>
          <a:xfrm>
            <a:off x="13322492" y="6053343"/>
            <a:ext cx="3482223" cy="2978225"/>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2 Lines 1 Image">
    <p:spTree>
      <p:nvGrpSpPr>
        <p:cNvPr id="1" name=""/>
        <p:cNvGrpSpPr/>
        <p:nvPr/>
      </p:nvGrpSpPr>
      <p:grpSpPr>
        <a:xfrm>
          <a:off x="0" y="0"/>
          <a:ext cx="0" cy="0"/>
          <a:chOff x="0" y="0"/>
          <a:chExt cx="0" cy="0"/>
        </a:xfrm>
      </p:grpSpPr>
      <p:pic>
        <p:nvPicPr>
          <p:cNvPr id="165"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69" name="Picture 168"/>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7751" y="2724902"/>
            <a:ext cx="1314000" cy="72000"/>
          </a:xfrm>
          <a:prstGeom prst="rect">
            <a:avLst/>
          </a:prstGeom>
        </p:spPr>
      </p:pic>
      <p:sp>
        <p:nvSpPr>
          <p:cNvPr id="200" name="Title 1"/>
          <p:cNvSpPr>
            <a:spLocks noGrp="1"/>
          </p:cNvSpPr>
          <p:nvPr>
            <p:ph type="title" hasCustomPrompt="1"/>
          </p:nvPr>
        </p:nvSpPr>
        <p:spPr>
          <a:xfrm>
            <a:off x="1476079" y="1147820"/>
            <a:ext cx="11846413" cy="1290951"/>
          </a:xfrm>
        </p:spPr>
        <p:txBody>
          <a:bodyPr/>
          <a:lstStyle>
            <a:lvl1pPr>
              <a:defRPr baseline="0"/>
            </a:lvl1pPr>
          </a:lstStyle>
          <a:p>
            <a:r>
              <a:rPr lang="en-US" dirty="0"/>
              <a:t>Click to edit Master </a:t>
            </a:r>
            <a:r>
              <a:rPr lang="en-US"/>
              <a:t>title style</a:t>
            </a:r>
            <a:br>
              <a:rPr lang="en-US"/>
            </a:br>
            <a:r>
              <a:rPr lang="en-US"/>
              <a:t>2 Lines</a:t>
            </a:r>
            <a:endParaRPr lang="en-US" dirty="0"/>
          </a:p>
        </p:txBody>
      </p:sp>
      <p:sp>
        <p:nvSpPr>
          <p:cNvPr id="40" name="Picture Placeholder 7"/>
          <p:cNvSpPr>
            <a:spLocks noGrp="1"/>
          </p:cNvSpPr>
          <p:nvPr>
            <p:ph type="pic" sz="quarter" idx="20"/>
          </p:nvPr>
        </p:nvSpPr>
        <p:spPr>
          <a:xfrm>
            <a:off x="1482709" y="3345069"/>
            <a:ext cx="15326856" cy="5686495"/>
          </a:xfrm>
          <a:solidFill>
            <a:schemeClr val="tx2">
              <a:lumMod val="10000"/>
              <a:lumOff val="90000"/>
            </a:schemeClr>
          </a:solidFill>
        </p:spPr>
        <p:txBody>
          <a:bodyPr vert="horz" anchor="ctr" anchorCtr="0"/>
          <a:lstStyle>
            <a:lvl1pPr marL="0" indent="0" algn="ctr">
              <a:buNone/>
              <a:defRPr sz="2000" cap="all" baseline="0"/>
            </a:lvl1pPr>
          </a:lstStyle>
          <a:p>
            <a:r>
              <a:rPr lang="ru-RU"/>
              <a:t>Вставка рисунка</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2 Lines 2 Images">
    <p:spTree>
      <p:nvGrpSpPr>
        <p:cNvPr id="1" name=""/>
        <p:cNvGrpSpPr/>
        <p:nvPr/>
      </p:nvGrpSpPr>
      <p:grpSpPr>
        <a:xfrm>
          <a:off x="0" y="0"/>
          <a:ext cx="0" cy="0"/>
          <a:chOff x="0" y="0"/>
          <a:chExt cx="0" cy="0"/>
        </a:xfrm>
      </p:grpSpPr>
      <p:pic>
        <p:nvPicPr>
          <p:cNvPr id="165"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69" name="Picture 168"/>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7751" y="2724902"/>
            <a:ext cx="1314000" cy="72000"/>
          </a:xfrm>
          <a:prstGeom prst="rect">
            <a:avLst/>
          </a:prstGeom>
        </p:spPr>
      </p:pic>
      <p:sp>
        <p:nvSpPr>
          <p:cNvPr id="200" name="Title 1"/>
          <p:cNvSpPr>
            <a:spLocks noGrp="1"/>
          </p:cNvSpPr>
          <p:nvPr>
            <p:ph type="title" hasCustomPrompt="1"/>
          </p:nvPr>
        </p:nvSpPr>
        <p:spPr>
          <a:xfrm>
            <a:off x="1476079" y="1147820"/>
            <a:ext cx="11846413" cy="1290951"/>
          </a:xfrm>
        </p:spPr>
        <p:txBody>
          <a:bodyPr/>
          <a:lstStyle>
            <a:lvl1pPr>
              <a:defRPr baseline="0"/>
            </a:lvl1pPr>
          </a:lstStyle>
          <a:p>
            <a:r>
              <a:rPr lang="en-US" dirty="0"/>
              <a:t>Click to edit Master </a:t>
            </a:r>
            <a:r>
              <a:rPr lang="en-US"/>
              <a:t>title style</a:t>
            </a:r>
            <a:br>
              <a:rPr lang="en-US"/>
            </a:br>
            <a:r>
              <a:rPr lang="en-US"/>
              <a:t>2 Lines</a:t>
            </a:r>
            <a:endParaRPr lang="en-US" dirty="0"/>
          </a:p>
        </p:txBody>
      </p:sp>
      <p:sp>
        <p:nvSpPr>
          <p:cNvPr id="38" name="Picture Placeholder 7"/>
          <p:cNvSpPr>
            <a:spLocks noGrp="1"/>
          </p:cNvSpPr>
          <p:nvPr>
            <p:ph type="pic" sz="quarter" idx="20"/>
          </p:nvPr>
        </p:nvSpPr>
        <p:spPr>
          <a:xfrm>
            <a:off x="1482709" y="3345069"/>
            <a:ext cx="7448088" cy="5686500"/>
          </a:xfrm>
          <a:solidFill>
            <a:schemeClr val="tx2">
              <a:lumMod val="10000"/>
              <a:lumOff val="90000"/>
            </a:schemeClr>
          </a:solidFill>
        </p:spPr>
        <p:txBody>
          <a:bodyPr vert="horz" anchor="ctr" anchorCtr="0"/>
          <a:lstStyle>
            <a:lvl1pPr marL="0" indent="0" algn="ctr">
              <a:buNone/>
              <a:defRPr sz="2000" cap="all" baseline="0"/>
            </a:lvl1pPr>
          </a:lstStyle>
          <a:p>
            <a:r>
              <a:rPr lang="ru-RU"/>
              <a:t>Вставка рисунка</a:t>
            </a:r>
            <a:endParaRPr lang="en-US" dirty="0"/>
          </a:p>
        </p:txBody>
      </p:sp>
      <p:sp>
        <p:nvSpPr>
          <p:cNvPr id="39" name="Picture Placeholder 7"/>
          <p:cNvSpPr>
            <a:spLocks noGrp="1"/>
          </p:cNvSpPr>
          <p:nvPr>
            <p:ph type="pic" sz="quarter" idx="21"/>
          </p:nvPr>
        </p:nvSpPr>
        <p:spPr>
          <a:xfrm>
            <a:off x="9386260" y="3345069"/>
            <a:ext cx="7429932" cy="5686500"/>
          </a:xfrm>
          <a:solidFill>
            <a:schemeClr val="tx2">
              <a:lumMod val="10000"/>
              <a:lumOff val="90000"/>
            </a:schemeClr>
          </a:solidFill>
        </p:spPr>
        <p:txBody>
          <a:bodyPr vert="horz" anchor="ctr" anchorCtr="0"/>
          <a:lstStyle>
            <a:lvl1pPr marL="0" indent="0" algn="ctr">
              <a:buNone/>
              <a:defRPr sz="2000" cap="all" baseline="0"/>
            </a:lvl1pPr>
          </a:lstStyle>
          <a:p>
            <a:r>
              <a:rPr lang="ru-RU"/>
              <a:t>Вставка рисунка</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_Header 2 Lines and 8 Images">
    <p:spTree>
      <p:nvGrpSpPr>
        <p:cNvPr id="1" name=""/>
        <p:cNvGrpSpPr/>
        <p:nvPr/>
      </p:nvGrpSpPr>
      <p:grpSpPr>
        <a:xfrm>
          <a:off x="0" y="0"/>
          <a:ext cx="0" cy="0"/>
          <a:chOff x="0" y="0"/>
          <a:chExt cx="0" cy="0"/>
        </a:xfrm>
      </p:grpSpPr>
      <p:pic>
        <p:nvPicPr>
          <p:cNvPr id="165"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69" name="Picture 168"/>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7751" y="2724902"/>
            <a:ext cx="1314000" cy="72000"/>
          </a:xfrm>
          <a:prstGeom prst="rect">
            <a:avLst/>
          </a:prstGeom>
        </p:spPr>
      </p:pic>
      <p:sp>
        <p:nvSpPr>
          <p:cNvPr id="200" name="Title 1"/>
          <p:cNvSpPr>
            <a:spLocks noGrp="1"/>
          </p:cNvSpPr>
          <p:nvPr>
            <p:ph type="title" hasCustomPrompt="1"/>
          </p:nvPr>
        </p:nvSpPr>
        <p:spPr>
          <a:xfrm>
            <a:off x="1476079" y="1147820"/>
            <a:ext cx="11846413" cy="1290951"/>
          </a:xfrm>
        </p:spPr>
        <p:txBody>
          <a:bodyPr/>
          <a:lstStyle>
            <a:lvl1pPr>
              <a:defRPr baseline="0"/>
            </a:lvl1pPr>
          </a:lstStyle>
          <a:p>
            <a:r>
              <a:rPr lang="en-US" dirty="0"/>
              <a:t>Click to edit Master </a:t>
            </a:r>
            <a:r>
              <a:rPr lang="en-US"/>
              <a:t>title style</a:t>
            </a:r>
            <a:br>
              <a:rPr lang="en-US"/>
            </a:br>
            <a:r>
              <a:rPr lang="en-US"/>
              <a:t>2 Lines</a:t>
            </a:r>
            <a:endParaRPr lang="en-US" dirty="0"/>
          </a:p>
        </p:txBody>
      </p:sp>
      <p:sp>
        <p:nvSpPr>
          <p:cNvPr id="38" name="Picture Placeholder 7"/>
          <p:cNvSpPr>
            <a:spLocks noGrp="1"/>
          </p:cNvSpPr>
          <p:nvPr>
            <p:ph type="pic" sz="quarter" idx="20"/>
          </p:nvPr>
        </p:nvSpPr>
        <p:spPr>
          <a:xfrm>
            <a:off x="1471809" y="3345065"/>
            <a:ext cx="3494848" cy="2614652"/>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39" name="Picture Placeholder 7"/>
          <p:cNvSpPr>
            <a:spLocks noGrp="1"/>
          </p:cNvSpPr>
          <p:nvPr>
            <p:ph type="pic" sz="quarter" idx="23"/>
          </p:nvPr>
        </p:nvSpPr>
        <p:spPr>
          <a:xfrm>
            <a:off x="5425586" y="3345065"/>
            <a:ext cx="3504133" cy="2614652"/>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1" name="Picture Placeholder 7"/>
          <p:cNvSpPr>
            <a:spLocks noGrp="1"/>
          </p:cNvSpPr>
          <p:nvPr>
            <p:ph type="pic" sz="quarter" idx="25"/>
          </p:nvPr>
        </p:nvSpPr>
        <p:spPr>
          <a:xfrm>
            <a:off x="9386500" y="3345065"/>
            <a:ext cx="3485418" cy="2614652"/>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2" name="Picture Placeholder 7"/>
          <p:cNvSpPr>
            <a:spLocks noGrp="1"/>
          </p:cNvSpPr>
          <p:nvPr>
            <p:ph type="pic" sz="quarter" idx="27"/>
          </p:nvPr>
        </p:nvSpPr>
        <p:spPr>
          <a:xfrm>
            <a:off x="13322492" y="3345064"/>
            <a:ext cx="3494140" cy="2614652"/>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3" name="Picture Placeholder 7"/>
          <p:cNvSpPr>
            <a:spLocks noGrp="1"/>
          </p:cNvSpPr>
          <p:nvPr>
            <p:ph type="pic" sz="quarter" idx="28"/>
          </p:nvPr>
        </p:nvSpPr>
        <p:spPr>
          <a:xfrm>
            <a:off x="1471809" y="6416912"/>
            <a:ext cx="3499824" cy="2614652"/>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4" name="Picture Placeholder 7"/>
          <p:cNvSpPr>
            <a:spLocks noGrp="1"/>
          </p:cNvSpPr>
          <p:nvPr>
            <p:ph type="pic" sz="quarter" idx="29"/>
          </p:nvPr>
        </p:nvSpPr>
        <p:spPr>
          <a:xfrm>
            <a:off x="5425587" y="6416912"/>
            <a:ext cx="3504132" cy="2614652"/>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5" name="Picture Placeholder 7"/>
          <p:cNvSpPr>
            <a:spLocks noGrp="1"/>
          </p:cNvSpPr>
          <p:nvPr>
            <p:ph type="pic" sz="quarter" idx="30"/>
          </p:nvPr>
        </p:nvSpPr>
        <p:spPr>
          <a:xfrm>
            <a:off x="9386500" y="6416912"/>
            <a:ext cx="3485418" cy="2614652"/>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
        <p:nvSpPr>
          <p:cNvPr id="46" name="Picture Placeholder 7"/>
          <p:cNvSpPr>
            <a:spLocks noGrp="1"/>
          </p:cNvSpPr>
          <p:nvPr>
            <p:ph type="pic" sz="quarter" idx="31"/>
          </p:nvPr>
        </p:nvSpPr>
        <p:spPr>
          <a:xfrm>
            <a:off x="13322492" y="6416911"/>
            <a:ext cx="3494140" cy="2614652"/>
          </a:xfrm>
          <a:solidFill>
            <a:schemeClr val="tx2">
              <a:lumMod val="10000"/>
              <a:lumOff val="90000"/>
            </a:schemeClr>
          </a:solidFill>
          <a:ln>
            <a:noFill/>
          </a:ln>
        </p:spPr>
        <p:txBody>
          <a:bodyPr vert="horz" anchor="ctr" anchorCtr="0"/>
          <a:lstStyle>
            <a:lvl1pPr marL="0" indent="0" algn="ctr">
              <a:buNone/>
              <a:defRPr sz="2000" cap="all" baseline="0"/>
            </a:lvl1pPr>
          </a:lstStyle>
          <a:p>
            <a:r>
              <a:rPr lang="ru-RU"/>
              <a:t>Вставка рисунка</a:t>
            </a:r>
            <a:endParaRPr 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ullScreen Image">
    <p:spTree>
      <p:nvGrpSpPr>
        <p:cNvPr id="1" name=""/>
        <p:cNvGrpSpPr/>
        <p:nvPr/>
      </p:nvGrpSpPr>
      <p:grpSpPr>
        <a:xfrm>
          <a:off x="0" y="0"/>
          <a:ext cx="0" cy="0"/>
          <a:chOff x="0" y="0"/>
          <a:chExt cx="0" cy="0"/>
        </a:xfrm>
      </p:grpSpPr>
      <p:sp>
        <p:nvSpPr>
          <p:cNvPr id="40" name="Picture Placeholder 7"/>
          <p:cNvSpPr>
            <a:spLocks noGrp="1"/>
          </p:cNvSpPr>
          <p:nvPr>
            <p:ph type="pic" sz="quarter" idx="20"/>
          </p:nvPr>
        </p:nvSpPr>
        <p:spPr>
          <a:xfrm>
            <a:off x="0" y="0"/>
            <a:ext cx="18288000" cy="10288587"/>
          </a:xfrm>
          <a:solidFill>
            <a:schemeClr val="tx2">
              <a:lumMod val="10000"/>
              <a:lumOff val="90000"/>
            </a:schemeClr>
          </a:solidFill>
        </p:spPr>
        <p:txBody>
          <a:bodyPr vert="horz" anchor="ctr" anchorCtr="0"/>
          <a:lstStyle>
            <a:lvl1pPr marL="0" indent="0" algn="ctr">
              <a:buNone/>
              <a:defRPr sz="2000" cap="all" baseline="0"/>
            </a:lvl1pPr>
          </a:lstStyle>
          <a:p>
            <a:r>
              <a:rPr lang="ru-RU"/>
              <a:t>Вставка рисунка</a:t>
            </a:r>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1 Line Only">
    <p:spTree>
      <p:nvGrpSpPr>
        <p:cNvPr id="1" name=""/>
        <p:cNvGrpSpPr/>
        <p:nvPr/>
      </p:nvGrpSpPr>
      <p:grpSpPr>
        <a:xfrm>
          <a:off x="0" y="0"/>
          <a:ext cx="0" cy="0"/>
          <a:chOff x="0" y="0"/>
          <a:chExt cx="0" cy="0"/>
        </a:xfrm>
      </p:grpSpPr>
      <p:sp>
        <p:nvSpPr>
          <p:cNvPr id="107" name="Title 1"/>
          <p:cNvSpPr>
            <a:spLocks noGrp="1"/>
          </p:cNvSpPr>
          <p:nvPr>
            <p:ph type="title"/>
          </p:nvPr>
        </p:nvSpPr>
        <p:spPr>
          <a:xfrm>
            <a:off x="1476079" y="1147820"/>
            <a:ext cx="11846413" cy="849927"/>
          </a:xfrm>
        </p:spPr>
        <p:txBody>
          <a:bodyPr/>
          <a:lstStyle>
            <a:lvl1pPr>
              <a:defRPr baseline="0"/>
            </a:lvl1pPr>
          </a:lstStyle>
          <a:p>
            <a:r>
              <a:rPr lang="ru-RU"/>
              <a:t>Образец заголовка</a:t>
            </a:r>
            <a:endParaRPr lang="en-US" dirty="0"/>
          </a:p>
        </p:txBody>
      </p:sp>
      <p:pic>
        <p:nvPicPr>
          <p:cNvPr id="111"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12" name="Picture 111"/>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6078" y="1997746"/>
            <a:ext cx="1317520" cy="72000"/>
          </a:xfrm>
          <a:prstGeom prst="rect">
            <a:avLst/>
          </a:prstGeom>
        </p:spPr>
      </p:pic>
      <p:sp>
        <p:nvSpPr>
          <p:cNvPr id="7"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8"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spTree>
    <p:extLst>
      <p:ext uri="{BB962C8B-B14F-4D97-AF65-F5344CB8AC3E}">
        <p14:creationId xmlns:p14="http://schemas.microsoft.com/office/powerpoint/2010/main" val="1934366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2 Lines Only">
    <p:spTree>
      <p:nvGrpSpPr>
        <p:cNvPr id="1" name=""/>
        <p:cNvGrpSpPr/>
        <p:nvPr/>
      </p:nvGrpSpPr>
      <p:grpSpPr>
        <a:xfrm>
          <a:off x="0" y="0"/>
          <a:ext cx="0" cy="0"/>
          <a:chOff x="0" y="0"/>
          <a:chExt cx="0" cy="0"/>
        </a:xfrm>
      </p:grpSpPr>
      <p:pic>
        <p:nvPicPr>
          <p:cNvPr id="165" name="Graphic 8"/>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4638740" y="1360148"/>
            <a:ext cx="2173929" cy="349260"/>
          </a:xfrm>
          <a:prstGeom prst="rect">
            <a:avLst/>
          </a:prstGeom>
        </p:spPr>
      </p:pic>
      <p:pic>
        <p:nvPicPr>
          <p:cNvPr id="169" name="Picture 168"/>
          <p:cNvPicPr>
            <a:picLocks/>
          </p:cNvPicPr>
          <p:nvPr userDrawn="1"/>
        </p:nvPicPr>
        <p:blipFill>
          <a:blip r:embed="rId3" cstate="email">
            <a:extLst>
              <a:ext uri="{28A0092B-C50C-407E-A947-70E740481C1C}">
                <a14:useLocalDpi xmlns:a14="http://schemas.microsoft.com/office/drawing/2010/main"/>
              </a:ext>
            </a:extLst>
          </a:blip>
          <a:stretch>
            <a:fillRect/>
          </a:stretch>
        </p:blipFill>
        <p:spPr>
          <a:xfrm>
            <a:off x="1477751" y="2724902"/>
            <a:ext cx="1314000" cy="72000"/>
          </a:xfrm>
          <a:prstGeom prst="rect">
            <a:avLst/>
          </a:prstGeom>
        </p:spPr>
      </p:pic>
      <p:sp>
        <p:nvSpPr>
          <p:cNvPr id="200" name="Title 1"/>
          <p:cNvSpPr>
            <a:spLocks noGrp="1"/>
          </p:cNvSpPr>
          <p:nvPr>
            <p:ph type="title" hasCustomPrompt="1"/>
          </p:nvPr>
        </p:nvSpPr>
        <p:spPr>
          <a:xfrm>
            <a:off x="1476079" y="1147820"/>
            <a:ext cx="11846413" cy="1290951"/>
          </a:xfrm>
        </p:spPr>
        <p:txBody>
          <a:bodyPr/>
          <a:lstStyle>
            <a:lvl1pPr>
              <a:defRPr baseline="0"/>
            </a:lvl1pPr>
          </a:lstStyle>
          <a:p>
            <a:r>
              <a:rPr lang="en-US" dirty="0"/>
              <a:t>Click to edit Master </a:t>
            </a:r>
            <a:r>
              <a:rPr lang="en-US"/>
              <a:t>title style</a:t>
            </a:r>
            <a:br>
              <a:rPr lang="en-US"/>
            </a:br>
            <a:r>
              <a:rPr lang="en-US"/>
              <a:t>2 Lines</a:t>
            </a:r>
            <a:endParaRPr lang="en-US" dirty="0"/>
          </a:p>
        </p:txBody>
      </p:sp>
      <p:sp>
        <p:nvSpPr>
          <p:cNvPr id="7" name="Footer Placeholder 4"/>
          <p:cNvSpPr>
            <a:spLocks noGrp="1"/>
          </p:cNvSpPr>
          <p:nvPr>
            <p:ph type="ftr" sz="quarter" idx="11"/>
          </p:nvPr>
        </p:nvSpPr>
        <p:spPr>
          <a:xfrm>
            <a:off x="1482709" y="9031567"/>
            <a:ext cx="13155666" cy="576681"/>
          </a:xfrm>
        </p:spPr>
        <p:txBody>
          <a:bodyPr/>
          <a:lstStyle>
            <a:lvl1pPr algn="l">
              <a:defRPr sz="1600" b="0" i="0" spc="400" baseline="0">
                <a:latin typeface="+mn-lt"/>
              </a:defRPr>
            </a:lvl1pPr>
          </a:lstStyle>
          <a:p>
            <a:endParaRPr lang="en-US" dirty="0"/>
          </a:p>
        </p:txBody>
      </p:sp>
      <p:sp>
        <p:nvSpPr>
          <p:cNvPr id="8" name="Slide Number Placeholder 5"/>
          <p:cNvSpPr>
            <a:spLocks noGrp="1"/>
          </p:cNvSpPr>
          <p:nvPr>
            <p:ph type="sldNum" sz="quarter" idx="12"/>
          </p:nvPr>
        </p:nvSpPr>
        <p:spPr>
          <a:xfrm>
            <a:off x="15497553" y="9031567"/>
            <a:ext cx="1313618" cy="576681"/>
          </a:xfrm>
        </p:spPr>
        <p:txBody>
          <a:bodyPr lIns="0" tIns="0" rIns="0" bIns="0" anchor="b" anchorCtr="0"/>
          <a:lstStyle>
            <a:lvl1pPr>
              <a:defRPr sz="1600" b="0" i="0" baseline="0">
                <a:solidFill>
                  <a:schemeClr val="tx1"/>
                </a:solidFill>
                <a:latin typeface="+mn-lt"/>
              </a:defRPr>
            </a:lvl1pPr>
          </a:lstStyle>
          <a:p>
            <a:fld id="{EE45D548-129C-44F5-8FDE-DB3ED73B1F87}" type="slidenum">
              <a:rPr lang="en-US" smtClean="0"/>
              <a:pPr/>
              <a:t>‹#›</a:t>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ank You Slide">
    <p:bg>
      <p:bgPr>
        <a:solidFill>
          <a:srgbClr val="1E3867"/>
        </a:solidFill>
        <a:effectLst/>
      </p:bgPr>
    </p:bg>
    <p:spTree>
      <p:nvGrpSpPr>
        <p:cNvPr id="1" name=""/>
        <p:cNvGrpSpPr/>
        <p:nvPr/>
      </p:nvGrpSpPr>
      <p:grpSpPr>
        <a:xfrm>
          <a:off x="0" y="0"/>
          <a:ext cx="0" cy="0"/>
          <a:chOff x="0" y="0"/>
          <a:chExt cx="0" cy="0"/>
        </a:xfrm>
      </p:grpSpPr>
      <p:sp>
        <p:nvSpPr>
          <p:cNvPr id="200" name="Title 1"/>
          <p:cNvSpPr>
            <a:spLocks noGrp="1"/>
          </p:cNvSpPr>
          <p:nvPr>
            <p:ph type="title" hasCustomPrompt="1"/>
          </p:nvPr>
        </p:nvSpPr>
        <p:spPr>
          <a:xfrm>
            <a:off x="1476079" y="2617918"/>
            <a:ext cx="15335092" cy="2533165"/>
          </a:xfrm>
        </p:spPr>
        <p:txBody>
          <a:bodyPr anchor="b" anchorCtr="0"/>
          <a:lstStyle>
            <a:lvl1pPr>
              <a:defRPr sz="10600" baseline="0">
                <a:solidFill>
                  <a:schemeClr val="bg1"/>
                </a:solidFill>
              </a:defRPr>
            </a:lvl1pPr>
          </a:lstStyle>
          <a:p>
            <a:r>
              <a:rPr lang="en-US" dirty="0"/>
              <a:t>Thank you!</a:t>
            </a:r>
          </a:p>
        </p:txBody>
      </p:sp>
      <p:sp>
        <p:nvSpPr>
          <p:cNvPr id="3" name="Text Placeholder 2"/>
          <p:cNvSpPr>
            <a:spLocks noGrp="1"/>
          </p:cNvSpPr>
          <p:nvPr>
            <p:ph type="body" sz="quarter" idx="10" hasCustomPrompt="1"/>
          </p:nvPr>
        </p:nvSpPr>
        <p:spPr>
          <a:xfrm>
            <a:off x="1476079" y="5562600"/>
            <a:ext cx="6867525" cy="3468968"/>
          </a:xfrm>
        </p:spPr>
        <p:txBody>
          <a:bodyPr anchor="b" anchorCtr="0"/>
          <a:lstStyle>
            <a:lvl1pPr marL="0" indent="0">
              <a:lnSpc>
                <a:spcPct val="100000"/>
              </a:lnSpc>
              <a:spcBef>
                <a:spcPts val="0"/>
              </a:spcBef>
              <a:buNone/>
              <a:defRPr sz="2400" b="0" baseline="0">
                <a:solidFill>
                  <a:schemeClr val="bg2"/>
                </a:solidFill>
                <a:latin typeface="Aktiv Grotesk" panose="020B0504020202020204" pitchFamily="34" charset="0"/>
                <a:ea typeface="Aktiv Grotesk" panose="020B0504020202020204" pitchFamily="34" charset="0"/>
                <a:cs typeface="Aktiv Grotesk" panose="020B0504020202020204" pitchFamily="34" charset="0"/>
              </a:defRPr>
            </a:lvl1pPr>
            <a:lvl2pPr marL="457292" indent="0">
              <a:buNone/>
              <a:defRPr sz="2400">
                <a:solidFill>
                  <a:schemeClr val="bg1"/>
                </a:solidFill>
              </a:defRPr>
            </a:lvl2pPr>
            <a:lvl3pPr marL="914583" indent="0">
              <a:buNone/>
              <a:defRPr sz="2400">
                <a:solidFill>
                  <a:schemeClr val="bg1"/>
                </a:solidFill>
              </a:defRPr>
            </a:lvl3pPr>
            <a:lvl4pPr marL="1371875" indent="0">
              <a:buNone/>
              <a:defRPr sz="2400">
                <a:solidFill>
                  <a:schemeClr val="bg1"/>
                </a:solidFill>
              </a:defRPr>
            </a:lvl4pPr>
            <a:lvl5pPr marL="1829166" indent="0">
              <a:buNone/>
              <a:defRPr sz="2400">
                <a:solidFill>
                  <a:schemeClr val="bg1"/>
                </a:solidFill>
              </a:defRPr>
            </a:lvl5pPr>
          </a:lstStyle>
          <a:p>
            <a:pPr>
              <a:lnSpc>
                <a:spcPct val="110000"/>
              </a:lnSpc>
            </a:pPr>
            <a:r>
              <a:rPr lang="en-US" sz="2400" b="1" dirty="0">
                <a:solidFill>
                  <a:schemeClr val="bg1"/>
                </a:solidFill>
                <a:latin typeface="+mn-lt"/>
              </a:rPr>
              <a:t>Full Name</a:t>
            </a:r>
            <a:br>
              <a:rPr lang="en-US" sz="2400" b="1" dirty="0">
                <a:solidFill>
                  <a:schemeClr val="bg1"/>
                </a:solidFill>
                <a:latin typeface="+mn-lt"/>
              </a:rPr>
            </a:br>
            <a:r>
              <a:rPr lang="en-US" sz="2400" b="1" dirty="0">
                <a:solidFill>
                  <a:schemeClr val="bg1"/>
                </a:solidFill>
                <a:latin typeface="+mn-lt"/>
              </a:rPr>
              <a:t>Job Title</a:t>
            </a:r>
            <a:br>
              <a:rPr lang="en-US" sz="2400" b="1" dirty="0">
                <a:solidFill>
                  <a:schemeClr val="bg1"/>
                </a:solidFill>
                <a:latin typeface="+mn-lt"/>
              </a:rPr>
            </a:br>
            <a:r>
              <a:rPr lang="en-US" sz="2400" b="1" dirty="0">
                <a:solidFill>
                  <a:schemeClr val="bg1"/>
                </a:solidFill>
                <a:latin typeface="+mn-lt"/>
              </a:rPr>
              <a:t>Company Name</a:t>
            </a:r>
            <a:br>
              <a:rPr lang="en-US" sz="2400" b="1" dirty="0">
                <a:solidFill>
                  <a:schemeClr val="bg1"/>
                </a:solidFill>
                <a:latin typeface="+mn-lt"/>
              </a:rPr>
            </a:br>
            <a:r>
              <a:rPr lang="en-US" sz="2400" b="1" dirty="0">
                <a:solidFill>
                  <a:schemeClr val="bg1"/>
                </a:solidFill>
                <a:latin typeface="+mn-lt"/>
              </a:rPr>
              <a:t>Your Email</a:t>
            </a:r>
            <a:br>
              <a:rPr lang="en-US" sz="2400" b="1" dirty="0">
                <a:solidFill>
                  <a:schemeClr val="bg1"/>
                </a:solidFill>
                <a:latin typeface="+mn-lt"/>
              </a:rPr>
            </a:br>
            <a:br>
              <a:rPr lang="en-US" sz="2400" b="1" dirty="0">
                <a:solidFill>
                  <a:schemeClr val="bg1"/>
                </a:solidFill>
                <a:latin typeface="+mn-lt"/>
              </a:rPr>
            </a:br>
            <a:r>
              <a:rPr lang="en-US" sz="2400" b="1" dirty="0">
                <a:solidFill>
                  <a:schemeClr val="bg1"/>
                </a:solidFill>
                <a:latin typeface="+mn-lt"/>
              </a:rPr>
              <a:t>Social Links</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Пустой слайд">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Grid 1 Row">
    <p:spTree>
      <p:nvGrpSpPr>
        <p:cNvPr id="1" name=""/>
        <p:cNvGrpSpPr/>
        <p:nvPr/>
      </p:nvGrpSpPr>
      <p:grpSpPr>
        <a:xfrm>
          <a:off x="0" y="0"/>
          <a:ext cx="0" cy="0"/>
          <a:chOff x="0" y="0"/>
          <a:chExt cx="0" cy="0"/>
        </a:xfrm>
      </p:grpSpPr>
      <p:grpSp>
        <p:nvGrpSpPr>
          <p:cNvPr id="4" name="Group 3"/>
          <p:cNvGrpSpPr/>
          <p:nvPr userDrawn="1"/>
        </p:nvGrpSpPr>
        <p:grpSpPr>
          <a:xfrm>
            <a:off x="1476080" y="-1006"/>
            <a:ext cx="15338196" cy="10289135"/>
            <a:chOff x="1476080" y="-1006"/>
            <a:chExt cx="15338196" cy="10289135"/>
          </a:xfrm>
        </p:grpSpPr>
        <p:cxnSp>
          <p:nvCxnSpPr>
            <p:cNvPr id="12" name="Straight Connector 11"/>
            <p:cNvCxnSpPr/>
            <p:nvPr/>
          </p:nvCxnSpPr>
          <p:spPr>
            <a:xfrm>
              <a:off x="147608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681192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8928056"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cxnSpLocks/>
            </p:cNvCxnSpPr>
            <p:nvPr/>
          </p:nvCxnSpPr>
          <p:spPr>
            <a:xfrm>
              <a:off x="1476080" y="9608249"/>
              <a:ext cx="15335840" cy="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cxnSpLocks/>
            </p:cNvCxnSpPr>
            <p:nvPr/>
          </p:nvCxnSpPr>
          <p:spPr>
            <a:xfrm>
              <a:off x="1476080" y="9031568"/>
              <a:ext cx="15335840" cy="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cxnSpLocks/>
            </p:cNvCxnSpPr>
            <p:nvPr userDrawn="1"/>
          </p:nvCxnSpPr>
          <p:spPr>
            <a:xfrm>
              <a:off x="1476080" y="1147820"/>
              <a:ext cx="15335840" cy="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335289"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2790753"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655133"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7605474"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11122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96950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425587"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287123"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6746053"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8063676"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0243555"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069851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11554683"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2010769"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1286920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13326863"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14183036"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14639123"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5499668"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15954614"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cxnSpLocks/>
            </p:cNvCxnSpPr>
            <p:nvPr/>
          </p:nvCxnSpPr>
          <p:spPr>
            <a:xfrm>
              <a:off x="1476080" y="5144294"/>
              <a:ext cx="15335840" cy="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cxnSpLocks/>
            </p:cNvCxnSpPr>
            <p:nvPr/>
          </p:nvCxnSpPr>
          <p:spPr>
            <a:xfrm>
              <a:off x="1476080" y="2617918"/>
              <a:ext cx="15335840" cy="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cxnSpLocks/>
            </p:cNvCxnSpPr>
            <p:nvPr/>
          </p:nvCxnSpPr>
          <p:spPr>
            <a:xfrm>
              <a:off x="1476080" y="1997748"/>
              <a:ext cx="15335840" cy="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userDrawn="1"/>
          </p:nvCxnSpPr>
          <p:spPr>
            <a:xfrm>
              <a:off x="9386500"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a:cxnSpLocks/>
            </p:cNvCxnSpPr>
            <p:nvPr userDrawn="1"/>
          </p:nvCxnSpPr>
          <p:spPr>
            <a:xfrm>
              <a:off x="1478437" y="7232342"/>
              <a:ext cx="15335839" cy="0"/>
            </a:xfrm>
            <a:prstGeom prst="line">
              <a:avLst/>
            </a:prstGeom>
            <a:ln>
              <a:solidFill>
                <a:schemeClr val="accent5">
                  <a:alpha val="2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Grid 2 Rows">
    <p:spTree>
      <p:nvGrpSpPr>
        <p:cNvPr id="1" name=""/>
        <p:cNvGrpSpPr/>
        <p:nvPr/>
      </p:nvGrpSpPr>
      <p:grpSpPr>
        <a:xfrm>
          <a:off x="0" y="0"/>
          <a:ext cx="0" cy="0"/>
          <a:chOff x="0" y="0"/>
          <a:chExt cx="0" cy="0"/>
        </a:xfrm>
      </p:grpSpPr>
      <p:grpSp>
        <p:nvGrpSpPr>
          <p:cNvPr id="2" name="Group 1"/>
          <p:cNvGrpSpPr/>
          <p:nvPr userDrawn="1"/>
        </p:nvGrpSpPr>
        <p:grpSpPr>
          <a:xfrm>
            <a:off x="1476080" y="-1006"/>
            <a:ext cx="15338196" cy="10289135"/>
            <a:chOff x="1476080" y="-1006"/>
            <a:chExt cx="15338196" cy="10289135"/>
          </a:xfrm>
        </p:grpSpPr>
        <p:cxnSp>
          <p:nvCxnSpPr>
            <p:cNvPr id="35" name="Straight Connector 34"/>
            <p:cNvCxnSpPr/>
            <p:nvPr/>
          </p:nvCxnSpPr>
          <p:spPr>
            <a:xfrm>
              <a:off x="147608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1681192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8928056"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cxnSpLocks/>
            </p:cNvCxnSpPr>
            <p:nvPr/>
          </p:nvCxnSpPr>
          <p:spPr>
            <a:xfrm>
              <a:off x="1476080" y="9608249"/>
              <a:ext cx="15335840" cy="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cxnSpLocks/>
            </p:cNvCxnSpPr>
            <p:nvPr/>
          </p:nvCxnSpPr>
          <p:spPr>
            <a:xfrm>
              <a:off x="1476080" y="9031568"/>
              <a:ext cx="15335840" cy="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2335289"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790753"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3655133"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7605474"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411122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496950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5425587"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6287123"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6746053"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8063676"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10243555"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1069851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11554683"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12010769"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12869200"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13326863"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14183036"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14639123"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15499668"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15954614" y="459"/>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userDrawn="1"/>
          </p:nvCxnSpPr>
          <p:spPr>
            <a:xfrm>
              <a:off x="9386500" y="-1006"/>
              <a:ext cx="0" cy="10287670"/>
            </a:xfrm>
            <a:prstGeom prst="line">
              <a:avLst/>
            </a:prstGeom>
            <a:ln>
              <a:solidFill>
                <a:schemeClr val="accent5">
                  <a:alpha val="2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cxnSpLocks/>
            </p:cNvCxnSpPr>
            <p:nvPr userDrawn="1"/>
          </p:nvCxnSpPr>
          <p:spPr>
            <a:xfrm>
              <a:off x="1478437" y="1147820"/>
              <a:ext cx="15335839" cy="0"/>
            </a:xfrm>
            <a:prstGeom prst="line">
              <a:avLst/>
            </a:prstGeom>
            <a:ln>
              <a:solidFill>
                <a:schemeClr val="accent5">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cxnSpLocks/>
            </p:cNvCxnSpPr>
            <p:nvPr userDrawn="1"/>
          </p:nvCxnSpPr>
          <p:spPr>
            <a:xfrm>
              <a:off x="1478437" y="5144294"/>
              <a:ext cx="15335839" cy="0"/>
            </a:xfrm>
            <a:prstGeom prst="line">
              <a:avLst/>
            </a:prstGeom>
            <a:ln>
              <a:solidFill>
                <a:schemeClr val="accent5">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cxnSpLocks/>
            </p:cNvCxnSpPr>
            <p:nvPr userDrawn="1"/>
          </p:nvCxnSpPr>
          <p:spPr>
            <a:xfrm>
              <a:off x="1478437" y="3345068"/>
              <a:ext cx="15335839" cy="0"/>
            </a:xfrm>
            <a:prstGeom prst="line">
              <a:avLst/>
            </a:prstGeom>
            <a:ln>
              <a:solidFill>
                <a:schemeClr val="accent5">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cxnSpLocks/>
            </p:cNvCxnSpPr>
            <p:nvPr userDrawn="1"/>
          </p:nvCxnSpPr>
          <p:spPr>
            <a:xfrm>
              <a:off x="1478437" y="2438774"/>
              <a:ext cx="15335839" cy="0"/>
            </a:xfrm>
            <a:prstGeom prst="line">
              <a:avLst/>
            </a:prstGeom>
            <a:ln>
              <a:solidFill>
                <a:schemeClr val="accent5">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cxnSpLocks/>
            </p:cNvCxnSpPr>
            <p:nvPr userDrawn="1"/>
          </p:nvCxnSpPr>
          <p:spPr>
            <a:xfrm>
              <a:off x="1478437" y="7232342"/>
              <a:ext cx="15335839" cy="0"/>
            </a:xfrm>
            <a:prstGeom prst="line">
              <a:avLst/>
            </a:prstGeom>
            <a:ln>
              <a:solidFill>
                <a:schemeClr val="accent5">
                  <a:alpha val="2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15048" y="871382"/>
            <a:ext cx="15191852" cy="1643607"/>
          </a:xfrm>
          <a:prstGeom prst="rect">
            <a:avLst/>
          </a:prstGeom>
        </p:spPr>
        <p:txBody>
          <a:bodyPr vert="horz" lIns="0" tIns="0" rIns="0" bIns="0" rtlCol="0" anchor="t" anchorCtr="0">
            <a:noAutofit/>
          </a:bodyPr>
          <a:lstStyle/>
          <a:p>
            <a:r>
              <a:rPr lang="en-US" dirty="0"/>
              <a:t>Sample Text</a:t>
            </a:r>
            <a:br>
              <a:rPr lang="en-US" dirty="0"/>
            </a:br>
            <a:r>
              <a:rPr lang="en-US" dirty="0"/>
              <a:t>Second Row</a:t>
            </a:r>
          </a:p>
        </p:txBody>
      </p:sp>
      <p:sp>
        <p:nvSpPr>
          <p:cNvPr id="3" name="Text Placeholder 2"/>
          <p:cNvSpPr>
            <a:spLocks noGrp="1"/>
          </p:cNvSpPr>
          <p:nvPr>
            <p:ph type="body" idx="1"/>
          </p:nvPr>
        </p:nvSpPr>
        <p:spPr>
          <a:xfrm>
            <a:off x="1905000" y="3124684"/>
            <a:ext cx="15201900" cy="5449140"/>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05000" y="8750062"/>
            <a:ext cx="11277600" cy="547773"/>
          </a:xfrm>
          <a:prstGeom prst="rect">
            <a:avLst/>
          </a:prstGeom>
        </p:spPr>
        <p:txBody>
          <a:bodyPr vert="horz" lIns="0" tIns="0" rIns="0" bIns="0" rtlCol="0" anchor="b" anchorCtr="0"/>
          <a:lstStyle>
            <a:lvl1pPr algn="l">
              <a:defRPr sz="1600" cap="all" spc="600" baseline="0">
                <a:solidFill>
                  <a:schemeClr val="tx2"/>
                </a:solidFill>
                <a:latin typeface="Futura PT"/>
              </a:defRPr>
            </a:lvl1pPr>
          </a:lstStyle>
          <a:p>
            <a:endParaRPr lang="en-US" dirty="0"/>
          </a:p>
        </p:txBody>
      </p:sp>
      <p:sp>
        <p:nvSpPr>
          <p:cNvPr id="6" name="Slide Number Placeholder 5"/>
          <p:cNvSpPr>
            <a:spLocks noGrp="1"/>
          </p:cNvSpPr>
          <p:nvPr>
            <p:ph type="sldNum" sz="quarter" idx="4"/>
          </p:nvPr>
        </p:nvSpPr>
        <p:spPr>
          <a:xfrm>
            <a:off x="13639800" y="8750062"/>
            <a:ext cx="3467100" cy="547773"/>
          </a:xfrm>
          <a:prstGeom prst="rect">
            <a:avLst/>
          </a:prstGeom>
        </p:spPr>
        <p:txBody>
          <a:bodyPr vert="horz" lIns="0" tIns="0" rIns="0" bIns="0" rtlCol="0" anchor="b" anchorCtr="0"/>
          <a:lstStyle>
            <a:lvl1pPr algn="r">
              <a:defRPr sz="1600" cap="all" baseline="0">
                <a:solidFill>
                  <a:schemeClr val="tx2"/>
                </a:solidFill>
                <a:latin typeface="Futura PT"/>
              </a:defRPr>
            </a:lvl1pPr>
          </a:lstStyle>
          <a:p>
            <a:fld id="{EE45D548-129C-44F5-8FDE-DB3ED73B1F87}" type="slidenum">
              <a:rPr lang="en-US" smtClean="0"/>
              <a:pPr/>
              <a:t>‹#›</a:t>
            </a:fld>
            <a:endParaRPr lang="en-US" dirty="0"/>
          </a:p>
        </p:txBody>
      </p:sp>
    </p:spTree>
    <p:extLst>
      <p:ext uri="{BB962C8B-B14F-4D97-AF65-F5344CB8AC3E}">
        <p14:creationId xmlns:p14="http://schemas.microsoft.com/office/powerpoint/2010/main" val="3373251591"/>
      </p:ext>
    </p:extLst>
  </p:cSld>
  <p:clrMap bg1="lt1" tx1="dk1" bg2="lt2" tx2="dk2" accent1="accent1" accent2="accent2" accent3="accent3" accent4="accent4" accent5="accent5" accent6="accent6" hlink="hlink" folHlink="folHlink"/>
  <p:sldLayoutIdLst>
    <p:sldLayoutId id="2147483672" r:id="rId1"/>
    <p:sldLayoutId id="2147483679" r:id="rId2"/>
    <p:sldLayoutId id="2147483701" r:id="rId3"/>
    <p:sldLayoutId id="2147483704" r:id="rId4"/>
    <p:sldLayoutId id="2147483688" r:id="rId5"/>
    <p:sldLayoutId id="2147483697" r:id="rId6"/>
    <p:sldLayoutId id="2147483699" r:id="rId7"/>
    <p:sldLayoutId id="2147483700" r:id="rId8"/>
    <p:sldLayoutId id="2147483687" r:id="rId9"/>
    <p:sldLayoutId id="2147483662" r:id="rId10"/>
    <p:sldLayoutId id="2147483698" r:id="rId11"/>
    <p:sldLayoutId id="2147483702" r:id="rId12"/>
    <p:sldLayoutId id="2147483703" r:id="rId13"/>
    <p:sldLayoutId id="2147483692" r:id="rId14"/>
    <p:sldLayoutId id="2147483693" r:id="rId15"/>
    <p:sldLayoutId id="2147483694" r:id="rId16"/>
    <p:sldLayoutId id="2147483695" r:id="rId17"/>
    <p:sldLayoutId id="2147483696" r:id="rId18"/>
    <p:sldLayoutId id="2147483705" r:id="rId19"/>
    <p:sldLayoutId id="2147483706" r:id="rId20"/>
    <p:sldLayoutId id="2147483707" r:id="rId21"/>
    <p:sldLayoutId id="2147483708" r:id="rId22"/>
    <p:sldLayoutId id="2147483710" r:id="rId23"/>
    <p:sldLayoutId id="2147483711" r:id="rId24"/>
    <p:sldLayoutId id="2147483709" r:id="rId25"/>
    <p:sldLayoutId id="2147483666" r:id="rId26"/>
    <p:sldLayoutId id="2147483712" r:id="rId27"/>
    <p:sldLayoutId id="2147483714" r:id="rId28"/>
    <p:sldLayoutId id="2147483713" r:id="rId29"/>
    <p:sldLayoutId id="2147483689" r:id="rId30"/>
    <p:sldLayoutId id="2147483691" r:id="rId31"/>
  </p:sldLayoutIdLst>
  <p:hf hdr="0" dt="0"/>
  <p:txStyles>
    <p:titleStyle>
      <a:lvl1pPr algn="l" defTabSz="1371874" rtl="0" eaLnBrk="1" latinLnBrk="0" hangingPunct="1">
        <a:lnSpc>
          <a:spcPct val="90000"/>
        </a:lnSpc>
        <a:spcBef>
          <a:spcPct val="0"/>
        </a:spcBef>
        <a:buNone/>
        <a:defRPr sz="5401" kern="1200" baseline="0">
          <a:solidFill>
            <a:schemeClr val="tx1"/>
          </a:solidFill>
          <a:latin typeface="+mj-lt"/>
          <a:ea typeface="+mj-ea"/>
          <a:cs typeface="+mj-cs"/>
        </a:defRPr>
      </a:lvl1pPr>
    </p:titleStyle>
    <p:bodyStyle>
      <a:lvl1pPr marL="457291" indent="-457291" algn="l" defTabSz="1371874" rtl="0" eaLnBrk="1" latinLnBrk="0" hangingPunct="1">
        <a:lnSpc>
          <a:spcPct val="120000"/>
        </a:lnSpc>
        <a:spcBef>
          <a:spcPts val="1800"/>
        </a:spcBef>
        <a:buClr>
          <a:schemeClr val="accent5"/>
        </a:buClr>
        <a:buFont typeface="Arial" panose="020B0604020202020204" pitchFamily="34" charset="0"/>
        <a:buChar char="•"/>
        <a:defRPr sz="3001" kern="1200">
          <a:solidFill>
            <a:schemeClr val="tx1"/>
          </a:solidFill>
          <a:latin typeface="+mn-lt"/>
          <a:ea typeface="+mn-ea"/>
          <a:cs typeface="+mn-cs"/>
        </a:defRPr>
      </a:lvl1pPr>
      <a:lvl2pPr marL="914583" indent="-457291" algn="l" defTabSz="1371874" rtl="0" eaLnBrk="1" latinLnBrk="0" hangingPunct="1">
        <a:lnSpc>
          <a:spcPct val="120000"/>
        </a:lnSpc>
        <a:spcBef>
          <a:spcPts val="1800"/>
        </a:spcBef>
        <a:buClr>
          <a:schemeClr val="accent5"/>
        </a:buClr>
        <a:buFont typeface="Open Sans" panose="020B0606030504020204" pitchFamily="34" charset="0"/>
        <a:buChar char="−"/>
        <a:defRPr sz="2801" kern="1200">
          <a:solidFill>
            <a:schemeClr val="tx1"/>
          </a:solidFill>
          <a:latin typeface="+mn-lt"/>
          <a:ea typeface="+mn-ea"/>
          <a:cs typeface="+mn-cs"/>
        </a:defRPr>
      </a:lvl2pPr>
      <a:lvl3pPr marL="1371874" indent="-457291" algn="l" defTabSz="1371874" rtl="0" eaLnBrk="1" latinLnBrk="0" hangingPunct="1">
        <a:lnSpc>
          <a:spcPct val="120000"/>
        </a:lnSpc>
        <a:spcBef>
          <a:spcPts val="1800"/>
        </a:spcBef>
        <a:buClr>
          <a:schemeClr val="accent5"/>
        </a:buClr>
        <a:buFont typeface="Arial" panose="020B0604020202020204" pitchFamily="34" charset="0"/>
        <a:buChar char="•"/>
        <a:defRPr sz="2400" kern="1200">
          <a:solidFill>
            <a:schemeClr val="tx1"/>
          </a:solidFill>
          <a:latin typeface="+mn-lt"/>
          <a:ea typeface="+mn-ea"/>
          <a:cs typeface="+mn-cs"/>
        </a:defRPr>
      </a:lvl3pPr>
      <a:lvl4pPr marL="1829166" indent="-457291" algn="l" defTabSz="1371874" rtl="0" eaLnBrk="1" latinLnBrk="0" hangingPunct="1">
        <a:lnSpc>
          <a:spcPct val="120000"/>
        </a:lnSpc>
        <a:spcBef>
          <a:spcPts val="1800"/>
        </a:spcBef>
        <a:buClr>
          <a:schemeClr val="accent5"/>
        </a:buClr>
        <a:buFont typeface="Open Sans" panose="020B0606030504020204" pitchFamily="34" charset="0"/>
        <a:buChar char="−"/>
        <a:defRPr sz="2200" kern="1200">
          <a:solidFill>
            <a:schemeClr val="tx1"/>
          </a:solidFill>
          <a:latin typeface="+mn-lt"/>
          <a:ea typeface="+mn-ea"/>
          <a:cs typeface="+mn-cs"/>
        </a:defRPr>
      </a:lvl4pPr>
      <a:lvl5pPr marL="2286457" indent="-457291" algn="l" defTabSz="1371874" rtl="0" eaLnBrk="1" latinLnBrk="0" hangingPunct="1">
        <a:lnSpc>
          <a:spcPct val="120000"/>
        </a:lnSpc>
        <a:spcBef>
          <a:spcPts val="1800"/>
        </a:spcBef>
        <a:buClr>
          <a:schemeClr val="accent5"/>
        </a:buClr>
        <a:buFont typeface="Arial" panose="020B0604020202020204" pitchFamily="34" charset="0"/>
        <a:buChar char="•"/>
        <a:tabLst>
          <a:tab pos="9490386" algn="l"/>
        </a:tabLst>
        <a:defRPr sz="2000" kern="1200">
          <a:solidFill>
            <a:schemeClr val="tx1"/>
          </a:solidFill>
          <a:latin typeface="+mn-lt"/>
          <a:ea typeface="+mn-ea"/>
          <a:cs typeface="+mn-cs"/>
        </a:defRPr>
      </a:lvl5pPr>
      <a:lvl6pPr marL="3772654" indent="-342969" algn="l" defTabSz="1371874" rtl="0" eaLnBrk="1" latinLnBrk="0" hangingPunct="1">
        <a:lnSpc>
          <a:spcPct val="90000"/>
        </a:lnSpc>
        <a:spcBef>
          <a:spcPts val="750"/>
        </a:spcBef>
        <a:buFont typeface="Arial" panose="020B0604020202020204" pitchFamily="34" charset="0"/>
        <a:buChar char="•"/>
        <a:defRPr sz="2701" kern="1200">
          <a:solidFill>
            <a:schemeClr val="tx1"/>
          </a:solidFill>
          <a:latin typeface="+mn-lt"/>
          <a:ea typeface="+mn-ea"/>
          <a:cs typeface="+mn-cs"/>
        </a:defRPr>
      </a:lvl6pPr>
      <a:lvl7pPr marL="4458592" indent="-342969" algn="l" defTabSz="1371874" rtl="0" eaLnBrk="1" latinLnBrk="0" hangingPunct="1">
        <a:lnSpc>
          <a:spcPct val="90000"/>
        </a:lnSpc>
        <a:spcBef>
          <a:spcPts val="750"/>
        </a:spcBef>
        <a:buFont typeface="Arial" panose="020B0604020202020204" pitchFamily="34" charset="0"/>
        <a:buChar char="•"/>
        <a:defRPr sz="2701" kern="1200">
          <a:solidFill>
            <a:schemeClr val="tx1"/>
          </a:solidFill>
          <a:latin typeface="+mn-lt"/>
          <a:ea typeface="+mn-ea"/>
          <a:cs typeface="+mn-cs"/>
        </a:defRPr>
      </a:lvl7pPr>
      <a:lvl8pPr marL="5144529" indent="-342969" algn="l" defTabSz="1371874" rtl="0" eaLnBrk="1" latinLnBrk="0" hangingPunct="1">
        <a:lnSpc>
          <a:spcPct val="90000"/>
        </a:lnSpc>
        <a:spcBef>
          <a:spcPts val="750"/>
        </a:spcBef>
        <a:buFont typeface="Arial" panose="020B0604020202020204" pitchFamily="34" charset="0"/>
        <a:buChar char="•"/>
        <a:defRPr sz="2701" kern="1200">
          <a:solidFill>
            <a:schemeClr val="tx1"/>
          </a:solidFill>
          <a:latin typeface="+mn-lt"/>
          <a:ea typeface="+mn-ea"/>
          <a:cs typeface="+mn-cs"/>
        </a:defRPr>
      </a:lvl8pPr>
      <a:lvl9pPr marL="5830466" indent="-342969" algn="l" defTabSz="1371874" rtl="0" eaLnBrk="1" latinLnBrk="0" hangingPunct="1">
        <a:lnSpc>
          <a:spcPct val="90000"/>
        </a:lnSpc>
        <a:spcBef>
          <a:spcPts val="750"/>
        </a:spcBef>
        <a:buFont typeface="Arial" panose="020B0604020202020204" pitchFamily="34" charset="0"/>
        <a:buChar char="•"/>
        <a:defRPr sz="2701" kern="1200">
          <a:solidFill>
            <a:schemeClr val="tx1"/>
          </a:solidFill>
          <a:latin typeface="+mn-lt"/>
          <a:ea typeface="+mn-ea"/>
          <a:cs typeface="+mn-cs"/>
        </a:defRPr>
      </a:lvl9pPr>
    </p:bodyStyle>
    <p:otherStyle>
      <a:defPPr>
        <a:defRPr lang="en-US"/>
      </a:defPPr>
      <a:lvl1pPr marL="0" algn="l" defTabSz="1371874" rtl="0" eaLnBrk="1" latinLnBrk="0" hangingPunct="1">
        <a:defRPr sz="2701" kern="1200">
          <a:solidFill>
            <a:schemeClr val="tx1"/>
          </a:solidFill>
          <a:latin typeface="+mn-lt"/>
          <a:ea typeface="+mn-ea"/>
          <a:cs typeface="+mn-cs"/>
        </a:defRPr>
      </a:lvl1pPr>
      <a:lvl2pPr marL="685937" algn="l" defTabSz="1371874" rtl="0" eaLnBrk="1" latinLnBrk="0" hangingPunct="1">
        <a:defRPr sz="2701" kern="1200">
          <a:solidFill>
            <a:schemeClr val="tx1"/>
          </a:solidFill>
          <a:latin typeface="+mn-lt"/>
          <a:ea typeface="+mn-ea"/>
          <a:cs typeface="+mn-cs"/>
        </a:defRPr>
      </a:lvl2pPr>
      <a:lvl3pPr marL="1371874" algn="l" defTabSz="1371874" rtl="0" eaLnBrk="1" latinLnBrk="0" hangingPunct="1">
        <a:defRPr sz="2701" kern="1200">
          <a:solidFill>
            <a:schemeClr val="tx1"/>
          </a:solidFill>
          <a:latin typeface="+mn-lt"/>
          <a:ea typeface="+mn-ea"/>
          <a:cs typeface="+mn-cs"/>
        </a:defRPr>
      </a:lvl3pPr>
      <a:lvl4pPr marL="2057811" algn="l" defTabSz="1371874" rtl="0" eaLnBrk="1" latinLnBrk="0" hangingPunct="1">
        <a:defRPr sz="2701" kern="1200">
          <a:solidFill>
            <a:schemeClr val="tx1"/>
          </a:solidFill>
          <a:latin typeface="+mn-lt"/>
          <a:ea typeface="+mn-ea"/>
          <a:cs typeface="+mn-cs"/>
        </a:defRPr>
      </a:lvl4pPr>
      <a:lvl5pPr marL="2743749" algn="l" defTabSz="1371874" rtl="0" eaLnBrk="1" latinLnBrk="0" hangingPunct="1">
        <a:defRPr sz="2701" kern="1200">
          <a:solidFill>
            <a:schemeClr val="tx1"/>
          </a:solidFill>
          <a:latin typeface="+mn-lt"/>
          <a:ea typeface="+mn-ea"/>
          <a:cs typeface="+mn-cs"/>
        </a:defRPr>
      </a:lvl5pPr>
      <a:lvl6pPr marL="3429686" algn="l" defTabSz="1371874" rtl="0" eaLnBrk="1" latinLnBrk="0" hangingPunct="1">
        <a:defRPr sz="2701" kern="1200">
          <a:solidFill>
            <a:schemeClr val="tx1"/>
          </a:solidFill>
          <a:latin typeface="+mn-lt"/>
          <a:ea typeface="+mn-ea"/>
          <a:cs typeface="+mn-cs"/>
        </a:defRPr>
      </a:lvl6pPr>
      <a:lvl7pPr marL="4115623" algn="l" defTabSz="1371874" rtl="0" eaLnBrk="1" latinLnBrk="0" hangingPunct="1">
        <a:defRPr sz="2701" kern="1200">
          <a:solidFill>
            <a:schemeClr val="tx1"/>
          </a:solidFill>
          <a:latin typeface="+mn-lt"/>
          <a:ea typeface="+mn-ea"/>
          <a:cs typeface="+mn-cs"/>
        </a:defRPr>
      </a:lvl7pPr>
      <a:lvl8pPr marL="4801560" algn="l" defTabSz="1371874" rtl="0" eaLnBrk="1" latinLnBrk="0" hangingPunct="1">
        <a:defRPr sz="2701" kern="1200">
          <a:solidFill>
            <a:schemeClr val="tx1"/>
          </a:solidFill>
          <a:latin typeface="+mn-lt"/>
          <a:ea typeface="+mn-ea"/>
          <a:cs typeface="+mn-cs"/>
        </a:defRPr>
      </a:lvl8pPr>
      <a:lvl9pPr marL="5487497" algn="l" defTabSz="1371874" rtl="0" eaLnBrk="1" latinLnBrk="0" hangingPunct="1">
        <a:defRPr sz="27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00" userDrawn="1">
          <p15:clr>
            <a:srgbClr val="F26B43"/>
          </p15:clr>
        </p15:guide>
        <p15:guide id="2" orient="horz" pos="5857" userDrawn="1">
          <p15:clr>
            <a:srgbClr val="F26B43"/>
          </p15:clr>
        </p15:guide>
        <p15:guide id="3" pos="1200" userDrawn="1">
          <p15:clr>
            <a:srgbClr val="F26B43"/>
          </p15:clr>
        </p15:guide>
        <p15:guide id="4" orient="horz" pos="1968" userDrawn="1">
          <p15:clr>
            <a:srgbClr val="F26B43"/>
          </p15:clr>
        </p15:guide>
        <p15:guide id="5" orient="horz" pos="2664" userDrawn="1">
          <p15:clr>
            <a:srgbClr val="F26B43"/>
          </p15:clr>
        </p15:guide>
        <p15:guide id="6" orient="horz" pos="2880" userDrawn="1">
          <p15:clr>
            <a:srgbClr val="F26B43"/>
          </p15:clr>
        </p15:guide>
        <p15:guide id="7" orient="horz" pos="3577" userDrawn="1">
          <p15:clr>
            <a:srgbClr val="F26B43"/>
          </p15:clr>
        </p15:guide>
        <p15:guide id="8" orient="horz" pos="3793" userDrawn="1">
          <p15:clr>
            <a:srgbClr val="F26B43"/>
          </p15:clr>
        </p15:guide>
        <p15:guide id="9" orient="horz" pos="4489" userDrawn="1">
          <p15:clr>
            <a:srgbClr val="F26B43"/>
          </p15:clr>
        </p15:guide>
        <p15:guide id="10" orient="horz" pos="4705" userDrawn="1">
          <p15:clr>
            <a:srgbClr val="F26B43"/>
          </p15:clr>
        </p15:guide>
        <p15:guide id="11" orient="horz" pos="5401" userDrawn="1">
          <p15:clr>
            <a:srgbClr val="F26B43"/>
          </p15:clr>
        </p15:guide>
        <p15:guide id="12" pos="2136" userDrawn="1">
          <p15:clr>
            <a:srgbClr val="F26B43"/>
          </p15:clr>
        </p15:guide>
        <p15:guide id="13" pos="2424" userDrawn="1">
          <p15:clr>
            <a:srgbClr val="F26B43"/>
          </p15:clr>
        </p15:guide>
        <p15:guide id="14" pos="3360" userDrawn="1">
          <p15:clr>
            <a:srgbClr val="F26B43"/>
          </p15:clr>
        </p15:guide>
        <p15:guide id="15" pos="3648" userDrawn="1">
          <p15:clr>
            <a:srgbClr val="F26B43"/>
          </p15:clr>
        </p15:guide>
        <p15:guide id="16" pos="4608" userDrawn="1">
          <p15:clr>
            <a:srgbClr val="F26B43"/>
          </p15:clr>
        </p15:guide>
        <p15:guide id="17" pos="4896" userDrawn="1">
          <p15:clr>
            <a:srgbClr val="F26B43"/>
          </p15:clr>
        </p15:guide>
        <p15:guide id="18" pos="5832" userDrawn="1">
          <p15:clr>
            <a:srgbClr val="F26B43"/>
          </p15:clr>
        </p15:guide>
        <p15:guide id="19" pos="6120" userDrawn="1">
          <p15:clr>
            <a:srgbClr val="F26B43"/>
          </p15:clr>
        </p15:guide>
        <p15:guide id="20" pos="7080" userDrawn="1">
          <p15:clr>
            <a:srgbClr val="F26B43"/>
          </p15:clr>
        </p15:guide>
        <p15:guide id="21" pos="7368" userDrawn="1">
          <p15:clr>
            <a:srgbClr val="F26B43"/>
          </p15:clr>
        </p15:guide>
        <p15:guide id="22" pos="8304" userDrawn="1">
          <p15:clr>
            <a:srgbClr val="F26B43"/>
          </p15:clr>
        </p15:guide>
        <p15:guide id="23" pos="8592" userDrawn="1">
          <p15:clr>
            <a:srgbClr val="F26B43"/>
          </p15:clr>
        </p15:guide>
        <p15:guide id="24" pos="9552" userDrawn="1">
          <p15:clr>
            <a:srgbClr val="F26B43"/>
          </p15:clr>
        </p15:guide>
        <p15:guide id="25" pos="9840" userDrawn="1">
          <p15:clr>
            <a:srgbClr val="F26B43"/>
          </p15:clr>
        </p15:guide>
        <p15:guide id="26" pos="10776" userDrawn="1">
          <p15:clr>
            <a:srgbClr val="F26B43"/>
          </p15:clr>
        </p15:guide>
        <p15:guide id="27" orient="horz" pos="15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4076104" y="4501938"/>
            <a:ext cx="11513665" cy="642356"/>
          </a:xfrm>
        </p:spPr>
        <p:txBody>
          <a:bodyPr/>
          <a:lstStyle/>
          <a:p>
            <a:r>
              <a:rPr lang="en-US" dirty="0"/>
              <a:t>IaC</a:t>
            </a:r>
            <a:endParaRPr lang="ru-RU" dirty="0"/>
          </a:p>
        </p:txBody>
      </p:sp>
    </p:spTree>
    <p:extLst>
      <p:ext uri="{BB962C8B-B14F-4D97-AF65-F5344CB8AC3E}">
        <p14:creationId xmlns:p14="http://schemas.microsoft.com/office/powerpoint/2010/main" val="2475695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BEE7934-2DC4-564F-A36C-8DB5E2E4E168}"/>
              </a:ext>
            </a:extLst>
          </p:cNvPr>
          <p:cNvSpPr>
            <a:spLocks noGrp="1"/>
          </p:cNvSpPr>
          <p:nvPr>
            <p:ph type="title"/>
          </p:nvPr>
        </p:nvSpPr>
        <p:spPr>
          <a:xfrm>
            <a:off x="1476079" y="1147820"/>
            <a:ext cx="11846413" cy="849927"/>
          </a:xfrm>
        </p:spPr>
        <p:txBody>
          <a:bodyPr anchor="t">
            <a:normAutofit/>
          </a:bodyPr>
          <a:lstStyle/>
          <a:p>
            <a:r>
              <a:rPr lang="en-US" dirty="0"/>
              <a:t>What is Infrastructure as Code?</a:t>
            </a:r>
          </a:p>
        </p:txBody>
      </p:sp>
      <p:sp>
        <p:nvSpPr>
          <p:cNvPr id="18" name="Content Placeholder 2">
            <a:extLst>
              <a:ext uri="{FF2B5EF4-FFF2-40B4-BE49-F238E27FC236}">
                <a16:creationId xmlns:a16="http://schemas.microsoft.com/office/drawing/2014/main" id="{009828B2-E4B5-D52D-DC39-1FC8C3210DA4}"/>
              </a:ext>
            </a:extLst>
          </p:cNvPr>
          <p:cNvSpPr>
            <a:spLocks noGrp="1"/>
          </p:cNvSpPr>
          <p:nvPr>
            <p:ph idx="1"/>
          </p:nvPr>
        </p:nvSpPr>
        <p:spPr>
          <a:xfrm>
            <a:off x="1476079" y="2617918"/>
            <a:ext cx="7454718" cy="6413648"/>
          </a:xfrm>
        </p:spPr>
        <p:txBody>
          <a:bodyPr>
            <a:normAutofit/>
          </a:bodyPr>
          <a:lstStyle/>
          <a:p>
            <a:pPr marL="342900" indent="-342900">
              <a:buFont typeface="Arial" panose="020B0604020202020204" pitchFamily="34" charset="0"/>
              <a:buChar char="•"/>
            </a:pPr>
            <a:r>
              <a:rPr lang="en-US" b="1" dirty="0"/>
              <a:t>Infrastructure as Code (</a:t>
            </a:r>
            <a:r>
              <a:rPr lang="en-US" b="1" dirty="0" err="1"/>
              <a:t>IaC</a:t>
            </a:r>
            <a:r>
              <a:rPr lang="en-US" b="1" dirty="0"/>
              <a:t>) </a:t>
            </a:r>
            <a:r>
              <a:rPr lang="en-US" dirty="0"/>
              <a:t>- is the management and provisioning of IT infrastructure (networks, servers, databases) using machine-readable definition files (code) rather than manual, physical configuration. It enables consistent, rapid, and automated deployment of environments, preventing configuration drift and reducing human error through version-controlled scripts.</a:t>
            </a:r>
            <a:r>
              <a:rPr lang="uk-UA" dirty="0"/>
              <a:t> </a:t>
            </a:r>
            <a:r>
              <a:rPr lang="en-US" dirty="0" err="1"/>
              <a:t>IaC</a:t>
            </a:r>
            <a:r>
              <a:rPr lang="en-US" dirty="0"/>
              <a:t> is a foundational practice in </a:t>
            </a:r>
            <a:r>
              <a:rPr lang="en-US" b="1" dirty="0"/>
              <a:t>DevOps</a:t>
            </a:r>
            <a:r>
              <a:rPr lang="en-US" dirty="0"/>
              <a:t>, allowing developers and operations teams to automate infrastructure similarly to software application code.</a:t>
            </a:r>
          </a:p>
        </p:txBody>
      </p:sp>
      <p:pic>
        <p:nvPicPr>
          <p:cNvPr id="4" name="Picture 3" descr="A stick figure with many question marks&#10;&#10;AI-generated content may be incorrect.">
            <a:extLst>
              <a:ext uri="{FF2B5EF4-FFF2-40B4-BE49-F238E27FC236}">
                <a16:creationId xmlns:a16="http://schemas.microsoft.com/office/drawing/2014/main" id="{1B3DA965-3F9B-C093-7A02-F651DAB108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25301" y="2617918"/>
            <a:ext cx="4954543" cy="6413648"/>
          </a:xfrm>
          <a:prstGeom prst="rect">
            <a:avLst/>
          </a:prstGeom>
          <a:noFill/>
        </p:spPr>
      </p:pic>
      <p:sp>
        <p:nvSpPr>
          <p:cNvPr id="12" name="Номер слайда 11"/>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2</a:t>
            </a:fld>
            <a:endParaRPr lang="en-US"/>
          </a:p>
        </p:txBody>
      </p:sp>
    </p:spTree>
    <p:extLst>
      <p:ext uri="{BB962C8B-B14F-4D97-AF65-F5344CB8AC3E}">
        <p14:creationId xmlns:p14="http://schemas.microsoft.com/office/powerpoint/2010/main" val="1845367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2BB70-66E3-AF0E-584F-0C8B8963FF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B95BA5-34EA-A674-9C5A-6AD52DA84A82}"/>
              </a:ext>
            </a:extLst>
          </p:cNvPr>
          <p:cNvSpPr>
            <a:spLocks noGrp="1"/>
          </p:cNvSpPr>
          <p:nvPr>
            <p:ph type="title"/>
          </p:nvPr>
        </p:nvSpPr>
        <p:spPr>
          <a:xfrm>
            <a:off x="1476079" y="1147820"/>
            <a:ext cx="11846413" cy="849927"/>
          </a:xfrm>
        </p:spPr>
        <p:txBody>
          <a:bodyPr anchor="t">
            <a:normAutofit/>
          </a:bodyPr>
          <a:lstStyle/>
          <a:p>
            <a:r>
              <a:rPr lang="en-US" dirty="0"/>
              <a:t>Key Aspects of </a:t>
            </a:r>
            <a:r>
              <a:rPr lang="en-US" dirty="0" err="1"/>
              <a:t>IaC</a:t>
            </a:r>
            <a:endParaRPr lang="en-US" dirty="0"/>
          </a:p>
        </p:txBody>
      </p:sp>
      <p:sp>
        <p:nvSpPr>
          <p:cNvPr id="12" name="Номер слайда 11">
            <a:extLst>
              <a:ext uri="{FF2B5EF4-FFF2-40B4-BE49-F238E27FC236}">
                <a16:creationId xmlns:a16="http://schemas.microsoft.com/office/drawing/2014/main" id="{FD5700B9-B6B3-593C-E303-CF6359D16B32}"/>
              </a:ext>
            </a:extLst>
          </p:cNvPr>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3</a:t>
            </a:fld>
            <a:endParaRPr lang="en-US"/>
          </a:p>
        </p:txBody>
      </p:sp>
      <p:graphicFrame>
        <p:nvGraphicFramePr>
          <p:cNvPr id="20" name="Content Placeholder 2">
            <a:extLst>
              <a:ext uri="{FF2B5EF4-FFF2-40B4-BE49-F238E27FC236}">
                <a16:creationId xmlns:a16="http://schemas.microsoft.com/office/drawing/2014/main" id="{D4AA3775-ABB3-EA08-42AA-770D221FADD9}"/>
              </a:ext>
            </a:extLst>
          </p:cNvPr>
          <p:cNvGraphicFramePr>
            <a:graphicFrameLocks noGrp="1"/>
          </p:cNvGraphicFramePr>
          <p:nvPr>
            <p:ph idx="1"/>
            <p:extLst>
              <p:ext uri="{D42A27DB-BD31-4B8C-83A1-F6EECF244321}">
                <p14:modId xmlns:p14="http://schemas.microsoft.com/office/powerpoint/2010/main" val="627823542"/>
              </p:ext>
            </p:extLst>
          </p:nvPr>
        </p:nvGraphicFramePr>
        <p:xfrm>
          <a:off x="1476079" y="2617918"/>
          <a:ext cx="15335092" cy="6413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64905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2502A-FA0E-A592-2E62-EAF2D81C0B2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406D10-604D-FB7E-25FB-276B9531529B}"/>
              </a:ext>
            </a:extLst>
          </p:cNvPr>
          <p:cNvSpPr>
            <a:spLocks noGrp="1"/>
          </p:cNvSpPr>
          <p:nvPr>
            <p:ph type="title"/>
          </p:nvPr>
        </p:nvSpPr>
        <p:spPr>
          <a:xfrm>
            <a:off x="1476079" y="1147820"/>
            <a:ext cx="11846413" cy="849927"/>
          </a:xfrm>
        </p:spPr>
        <p:txBody>
          <a:bodyPr anchor="t">
            <a:normAutofit fontScale="90000"/>
          </a:bodyPr>
          <a:lstStyle/>
          <a:p>
            <a:r>
              <a:rPr lang="en-US" sz="6000" dirty="0"/>
              <a:t>Primary Benefits</a:t>
            </a:r>
            <a:br>
              <a:rPr lang="en-US" dirty="0"/>
            </a:br>
            <a:endParaRPr lang="en-US" dirty="0"/>
          </a:p>
        </p:txBody>
      </p:sp>
      <p:sp>
        <p:nvSpPr>
          <p:cNvPr id="12" name="Номер слайда 11">
            <a:extLst>
              <a:ext uri="{FF2B5EF4-FFF2-40B4-BE49-F238E27FC236}">
                <a16:creationId xmlns:a16="http://schemas.microsoft.com/office/drawing/2014/main" id="{16687465-8393-9557-AF94-626643BC2338}"/>
              </a:ext>
            </a:extLst>
          </p:cNvPr>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4</a:t>
            </a:fld>
            <a:endParaRPr lang="en-US"/>
          </a:p>
        </p:txBody>
      </p:sp>
      <p:graphicFrame>
        <p:nvGraphicFramePr>
          <p:cNvPr id="20" name="Content Placeholder 2">
            <a:extLst>
              <a:ext uri="{FF2B5EF4-FFF2-40B4-BE49-F238E27FC236}">
                <a16:creationId xmlns:a16="http://schemas.microsoft.com/office/drawing/2014/main" id="{A2763089-B1F4-7BA0-ED2B-47F9529E1B12}"/>
              </a:ext>
            </a:extLst>
          </p:cNvPr>
          <p:cNvGraphicFramePr>
            <a:graphicFrameLocks noGrp="1"/>
          </p:cNvGraphicFramePr>
          <p:nvPr>
            <p:ph idx="1"/>
            <p:extLst>
              <p:ext uri="{D42A27DB-BD31-4B8C-83A1-F6EECF244321}">
                <p14:modId xmlns:p14="http://schemas.microsoft.com/office/powerpoint/2010/main" val="1368564007"/>
              </p:ext>
            </p:extLst>
          </p:nvPr>
        </p:nvGraphicFramePr>
        <p:xfrm>
          <a:off x="1476079" y="2617918"/>
          <a:ext cx="15335092" cy="6413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15818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FEB4F-B15F-D6EB-10BF-FE26E1098C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DAB63E-1DAA-6B94-0426-7E9F0B5095FC}"/>
              </a:ext>
            </a:extLst>
          </p:cNvPr>
          <p:cNvSpPr>
            <a:spLocks noGrp="1"/>
          </p:cNvSpPr>
          <p:nvPr>
            <p:ph type="title"/>
          </p:nvPr>
        </p:nvSpPr>
        <p:spPr>
          <a:xfrm>
            <a:off x="1476079" y="1147820"/>
            <a:ext cx="11846413" cy="849927"/>
          </a:xfrm>
        </p:spPr>
        <p:txBody>
          <a:bodyPr anchor="t">
            <a:normAutofit fontScale="90000"/>
          </a:bodyPr>
          <a:lstStyle/>
          <a:p>
            <a:r>
              <a:rPr lang="en-US" sz="6600" dirty="0"/>
              <a:t>Common </a:t>
            </a:r>
            <a:r>
              <a:rPr lang="en-US" sz="6600" dirty="0" err="1"/>
              <a:t>IaC</a:t>
            </a:r>
            <a:r>
              <a:rPr lang="en-US" sz="6600" dirty="0"/>
              <a:t> Tools</a:t>
            </a:r>
            <a:br>
              <a:rPr lang="en-US" sz="6600" dirty="0"/>
            </a:br>
            <a:endParaRPr lang="en-US" dirty="0"/>
          </a:p>
        </p:txBody>
      </p:sp>
      <p:sp>
        <p:nvSpPr>
          <p:cNvPr id="12" name="Номер слайда 11">
            <a:extLst>
              <a:ext uri="{FF2B5EF4-FFF2-40B4-BE49-F238E27FC236}">
                <a16:creationId xmlns:a16="http://schemas.microsoft.com/office/drawing/2014/main" id="{D9995507-0F33-3207-2686-26E65EA7463F}"/>
              </a:ext>
            </a:extLst>
          </p:cNvPr>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5</a:t>
            </a:fld>
            <a:endParaRPr lang="en-US"/>
          </a:p>
        </p:txBody>
      </p:sp>
      <p:graphicFrame>
        <p:nvGraphicFramePr>
          <p:cNvPr id="20" name="Content Placeholder 2">
            <a:extLst>
              <a:ext uri="{FF2B5EF4-FFF2-40B4-BE49-F238E27FC236}">
                <a16:creationId xmlns:a16="http://schemas.microsoft.com/office/drawing/2014/main" id="{30911EAB-DED6-8779-377E-FFB2F3176E69}"/>
              </a:ext>
            </a:extLst>
          </p:cNvPr>
          <p:cNvGraphicFramePr>
            <a:graphicFrameLocks noGrp="1"/>
          </p:cNvGraphicFramePr>
          <p:nvPr>
            <p:ph idx="1"/>
            <p:extLst>
              <p:ext uri="{D42A27DB-BD31-4B8C-83A1-F6EECF244321}">
                <p14:modId xmlns:p14="http://schemas.microsoft.com/office/powerpoint/2010/main" val="3978453927"/>
              </p:ext>
            </p:extLst>
          </p:nvPr>
        </p:nvGraphicFramePr>
        <p:xfrm>
          <a:off x="1476079" y="2617918"/>
          <a:ext cx="15335092" cy="6413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8982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7998A-C13D-B6F1-127B-55CAB64F7C3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458D5D-659F-CD28-6E75-C4752D73444B}"/>
              </a:ext>
            </a:extLst>
          </p:cNvPr>
          <p:cNvSpPr>
            <a:spLocks noGrp="1"/>
          </p:cNvSpPr>
          <p:nvPr>
            <p:ph type="title"/>
          </p:nvPr>
        </p:nvSpPr>
        <p:spPr>
          <a:xfrm>
            <a:off x="1476079" y="1147820"/>
            <a:ext cx="11846413" cy="849927"/>
          </a:xfrm>
        </p:spPr>
        <p:txBody>
          <a:bodyPr anchor="t">
            <a:normAutofit/>
          </a:bodyPr>
          <a:lstStyle/>
          <a:p>
            <a:r>
              <a:rPr lang="en-US" dirty="0"/>
              <a:t>What is Terraform?</a:t>
            </a:r>
          </a:p>
        </p:txBody>
      </p:sp>
      <p:sp>
        <p:nvSpPr>
          <p:cNvPr id="18" name="Content Placeholder 2">
            <a:extLst>
              <a:ext uri="{FF2B5EF4-FFF2-40B4-BE49-F238E27FC236}">
                <a16:creationId xmlns:a16="http://schemas.microsoft.com/office/drawing/2014/main" id="{29B06B70-9B6C-9221-AC9B-61DAE6024924}"/>
              </a:ext>
            </a:extLst>
          </p:cNvPr>
          <p:cNvSpPr>
            <a:spLocks noGrp="1"/>
          </p:cNvSpPr>
          <p:nvPr>
            <p:ph idx="1"/>
          </p:nvPr>
        </p:nvSpPr>
        <p:spPr>
          <a:xfrm>
            <a:off x="1476079" y="2617918"/>
            <a:ext cx="7454718" cy="6413648"/>
          </a:xfrm>
        </p:spPr>
        <p:txBody>
          <a:bodyPr>
            <a:normAutofit/>
          </a:bodyPr>
          <a:lstStyle/>
          <a:p>
            <a:pPr marL="342900" indent="-342900">
              <a:buFont typeface="Arial" panose="020B0604020202020204" pitchFamily="34" charset="0"/>
              <a:buChar char="•"/>
            </a:pPr>
            <a:r>
              <a:rPr lang="en-US" b="1" dirty="0"/>
              <a:t>Terraform</a:t>
            </a:r>
            <a:r>
              <a:rPr lang="en-US" dirty="0"/>
              <a:t> - is an open-source "Infrastructure as Code" (</a:t>
            </a:r>
            <a:r>
              <a:rPr lang="en-US" dirty="0" err="1"/>
              <a:t>IaC</a:t>
            </a:r>
            <a:r>
              <a:rPr lang="en-US" dirty="0"/>
              <a:t>) tool created by </a:t>
            </a:r>
            <a:r>
              <a:rPr lang="en-US" dirty="0" err="1"/>
              <a:t>HashiCorp</a:t>
            </a:r>
            <a:r>
              <a:rPr lang="en-US" dirty="0"/>
              <a:t> that allows developers to define, provision, and manage cloud and on-premises infrastructure using human-readable configuration files. It uses a declarative approach, meaning you define the desired end state, and Terraform handles the creation, updates, and deletion of resources across providers like AWS, Azure, and Google Cloud. It is widely used for creating, updating, and destroying infrastructure predictably.</a:t>
            </a:r>
            <a:endParaRPr lang="en-US" b="1" dirty="0"/>
          </a:p>
        </p:txBody>
      </p:sp>
      <p:pic>
        <p:nvPicPr>
          <p:cNvPr id="2" name="Picture 1" descr="A stick figure with many question marks&#10;&#10;AI-generated content may be incorrect.">
            <a:extLst>
              <a:ext uri="{FF2B5EF4-FFF2-40B4-BE49-F238E27FC236}">
                <a16:creationId xmlns:a16="http://schemas.microsoft.com/office/drawing/2014/main" id="{D65614C7-3BB3-8566-EFA3-A2B5CC8173A6}"/>
              </a:ext>
            </a:extLst>
          </p:cNvPr>
          <p:cNvPicPr>
            <a:picLocks noChangeAspect="1"/>
          </p:cNvPicPr>
          <p:nvPr/>
        </p:nvPicPr>
        <p:blipFill>
          <a:blip r:embed="rId3">
            <a:extLst>
              <a:ext uri="{28A0092B-C50C-407E-A947-70E740481C1C}">
                <a14:useLocalDpi xmlns:a14="http://schemas.microsoft.com/office/drawing/2010/main" val="0"/>
              </a:ext>
            </a:extLst>
          </a:blip>
          <a:srcRect t="8353" r="1" b="24977"/>
          <a:stretch>
            <a:fillRect/>
          </a:stretch>
        </p:blipFill>
        <p:spPr>
          <a:xfrm>
            <a:off x="9386884" y="2617918"/>
            <a:ext cx="7431377" cy="6413648"/>
          </a:xfrm>
          <a:prstGeom prst="rect">
            <a:avLst/>
          </a:prstGeom>
          <a:noFill/>
        </p:spPr>
      </p:pic>
      <p:sp>
        <p:nvSpPr>
          <p:cNvPr id="12" name="Номер слайда 11">
            <a:extLst>
              <a:ext uri="{FF2B5EF4-FFF2-40B4-BE49-F238E27FC236}">
                <a16:creationId xmlns:a16="http://schemas.microsoft.com/office/drawing/2014/main" id="{09B23987-B777-A56C-1FB8-468AEAF8B51A}"/>
              </a:ext>
            </a:extLst>
          </p:cNvPr>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6</a:t>
            </a:fld>
            <a:endParaRPr lang="en-US"/>
          </a:p>
        </p:txBody>
      </p:sp>
    </p:spTree>
    <p:extLst>
      <p:ext uri="{BB962C8B-B14F-4D97-AF65-F5344CB8AC3E}">
        <p14:creationId xmlns:p14="http://schemas.microsoft.com/office/powerpoint/2010/main" val="4219192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3C0CE-2E4E-D115-875C-DF2D25B586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70658A2-8D46-60FA-602A-71CD36980024}"/>
              </a:ext>
            </a:extLst>
          </p:cNvPr>
          <p:cNvSpPr>
            <a:spLocks noGrp="1"/>
          </p:cNvSpPr>
          <p:nvPr>
            <p:ph type="title"/>
          </p:nvPr>
        </p:nvSpPr>
        <p:spPr>
          <a:xfrm>
            <a:off x="1476079" y="1147820"/>
            <a:ext cx="11846413" cy="849927"/>
          </a:xfrm>
        </p:spPr>
        <p:txBody>
          <a:bodyPr anchor="t">
            <a:normAutofit/>
          </a:bodyPr>
          <a:lstStyle/>
          <a:p>
            <a:r>
              <a:rPr lang="en-US" sz="5400" dirty="0"/>
              <a:t>Key features of Terraform</a:t>
            </a:r>
          </a:p>
        </p:txBody>
      </p:sp>
      <p:sp>
        <p:nvSpPr>
          <p:cNvPr id="12" name="Номер слайда 11">
            <a:extLst>
              <a:ext uri="{FF2B5EF4-FFF2-40B4-BE49-F238E27FC236}">
                <a16:creationId xmlns:a16="http://schemas.microsoft.com/office/drawing/2014/main" id="{4A3ACAFE-7D80-B47C-AA90-35CA4A5C607F}"/>
              </a:ext>
            </a:extLst>
          </p:cNvPr>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7</a:t>
            </a:fld>
            <a:endParaRPr lang="en-US"/>
          </a:p>
        </p:txBody>
      </p:sp>
      <p:graphicFrame>
        <p:nvGraphicFramePr>
          <p:cNvPr id="20" name="Content Placeholder 2">
            <a:extLst>
              <a:ext uri="{FF2B5EF4-FFF2-40B4-BE49-F238E27FC236}">
                <a16:creationId xmlns:a16="http://schemas.microsoft.com/office/drawing/2014/main" id="{E3EBB41F-2BFA-F467-3448-1B8DD5EAFC54}"/>
              </a:ext>
            </a:extLst>
          </p:cNvPr>
          <p:cNvGraphicFramePr>
            <a:graphicFrameLocks noGrp="1"/>
          </p:cNvGraphicFramePr>
          <p:nvPr>
            <p:ph idx="1"/>
            <p:extLst>
              <p:ext uri="{D42A27DB-BD31-4B8C-83A1-F6EECF244321}">
                <p14:modId xmlns:p14="http://schemas.microsoft.com/office/powerpoint/2010/main" val="1706858737"/>
              </p:ext>
            </p:extLst>
          </p:nvPr>
        </p:nvGraphicFramePr>
        <p:xfrm>
          <a:off x="1476079" y="2617918"/>
          <a:ext cx="15335092" cy="6413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381871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79E3F-5BCD-A076-26E3-BC813966DCA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E54902-F6FB-7E67-7ADB-D2B5246F94E3}"/>
              </a:ext>
            </a:extLst>
          </p:cNvPr>
          <p:cNvSpPr>
            <a:spLocks noGrp="1"/>
          </p:cNvSpPr>
          <p:nvPr>
            <p:ph type="title"/>
          </p:nvPr>
        </p:nvSpPr>
        <p:spPr>
          <a:xfrm>
            <a:off x="1476079" y="1147820"/>
            <a:ext cx="11846413" cy="849927"/>
          </a:xfrm>
        </p:spPr>
        <p:txBody>
          <a:bodyPr anchor="t">
            <a:normAutofit/>
          </a:bodyPr>
          <a:lstStyle/>
          <a:p>
            <a:r>
              <a:rPr lang="en-US" dirty="0"/>
              <a:t>How it Works</a:t>
            </a:r>
          </a:p>
        </p:txBody>
      </p:sp>
      <p:sp>
        <p:nvSpPr>
          <p:cNvPr id="12" name="Номер слайда 11">
            <a:extLst>
              <a:ext uri="{FF2B5EF4-FFF2-40B4-BE49-F238E27FC236}">
                <a16:creationId xmlns:a16="http://schemas.microsoft.com/office/drawing/2014/main" id="{88DED8D5-1D68-DDA6-1128-45FBD99EFBF7}"/>
              </a:ext>
            </a:extLst>
          </p:cNvPr>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8</a:t>
            </a:fld>
            <a:endParaRPr lang="en-US"/>
          </a:p>
        </p:txBody>
      </p:sp>
      <p:graphicFrame>
        <p:nvGraphicFramePr>
          <p:cNvPr id="20" name="Content Placeholder 2">
            <a:extLst>
              <a:ext uri="{FF2B5EF4-FFF2-40B4-BE49-F238E27FC236}">
                <a16:creationId xmlns:a16="http://schemas.microsoft.com/office/drawing/2014/main" id="{02A6EA37-E038-13C2-A834-8C8FE0AF35F5}"/>
              </a:ext>
            </a:extLst>
          </p:cNvPr>
          <p:cNvGraphicFramePr>
            <a:graphicFrameLocks noGrp="1"/>
          </p:cNvGraphicFramePr>
          <p:nvPr>
            <p:ph idx="1"/>
            <p:extLst>
              <p:ext uri="{D42A27DB-BD31-4B8C-83A1-F6EECF244321}">
                <p14:modId xmlns:p14="http://schemas.microsoft.com/office/powerpoint/2010/main" val="3030101456"/>
              </p:ext>
            </p:extLst>
          </p:nvPr>
        </p:nvGraphicFramePr>
        <p:xfrm>
          <a:off x="1476079" y="2617918"/>
          <a:ext cx="15335092" cy="6413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96408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F695C-E0E0-48F7-C2EA-5B56746E2D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361D4D-D709-2703-4359-0509D215C3B0}"/>
              </a:ext>
            </a:extLst>
          </p:cNvPr>
          <p:cNvSpPr>
            <a:spLocks noGrp="1"/>
          </p:cNvSpPr>
          <p:nvPr>
            <p:ph type="title"/>
          </p:nvPr>
        </p:nvSpPr>
        <p:spPr>
          <a:xfrm>
            <a:off x="1476079" y="1147820"/>
            <a:ext cx="12544721" cy="849927"/>
          </a:xfrm>
        </p:spPr>
        <p:txBody>
          <a:bodyPr/>
          <a:lstStyle/>
          <a:p>
            <a:r>
              <a:rPr lang="en-US" dirty="0"/>
              <a:t>Terraform directory layout</a:t>
            </a:r>
          </a:p>
        </p:txBody>
      </p:sp>
      <p:sp>
        <p:nvSpPr>
          <p:cNvPr id="12" name="Номер слайда 11">
            <a:extLst>
              <a:ext uri="{FF2B5EF4-FFF2-40B4-BE49-F238E27FC236}">
                <a16:creationId xmlns:a16="http://schemas.microsoft.com/office/drawing/2014/main" id="{61FC4B06-634A-803F-ECF7-083E0DF15D79}"/>
              </a:ext>
            </a:extLst>
          </p:cNvPr>
          <p:cNvSpPr>
            <a:spLocks noGrp="1"/>
          </p:cNvSpPr>
          <p:nvPr>
            <p:ph type="sldNum" sz="quarter" idx="12"/>
          </p:nvPr>
        </p:nvSpPr>
        <p:spPr/>
        <p:txBody>
          <a:bodyPr/>
          <a:lstStyle/>
          <a:p>
            <a:fld id="{EE45D548-129C-44F5-8FDE-DB3ED73B1F87}" type="slidenum">
              <a:rPr lang="en-US" smtClean="0"/>
              <a:pPr/>
              <a:t>9</a:t>
            </a:fld>
            <a:endParaRPr lang="en-US" dirty="0"/>
          </a:p>
        </p:txBody>
      </p:sp>
      <p:sp>
        <p:nvSpPr>
          <p:cNvPr id="18" name="Content Placeholder 2">
            <a:extLst>
              <a:ext uri="{FF2B5EF4-FFF2-40B4-BE49-F238E27FC236}">
                <a16:creationId xmlns:a16="http://schemas.microsoft.com/office/drawing/2014/main" id="{40115583-783E-9BF5-94B0-DE932D2488A9}"/>
              </a:ext>
            </a:extLst>
          </p:cNvPr>
          <p:cNvSpPr>
            <a:spLocks noGrp="1"/>
          </p:cNvSpPr>
          <p:nvPr>
            <p:ph idx="1"/>
          </p:nvPr>
        </p:nvSpPr>
        <p:spPr>
          <a:xfrm>
            <a:off x="1476079" y="2617918"/>
            <a:ext cx="15335092" cy="1183117"/>
          </a:xfrm>
        </p:spPr>
        <p:txBody>
          <a:bodyPr/>
          <a:lstStyle/>
          <a:p>
            <a:pPr marL="342900" indent="-342900">
              <a:buFont typeface="Arial" panose="020B0604020202020204" pitchFamily="34" charset="0"/>
              <a:buChar char="•"/>
            </a:pPr>
            <a:r>
              <a:rPr lang="en-US" b="1" dirty="0"/>
              <a:t>Terraform directory layouts</a:t>
            </a:r>
            <a:r>
              <a:rPr lang="en-US" dirty="0"/>
              <a:t> vary by project size, but they generally follow standardized patterns to ensure scalability and maintainability. </a:t>
            </a:r>
          </a:p>
        </p:txBody>
      </p:sp>
      <p:pic>
        <p:nvPicPr>
          <p:cNvPr id="4" name="Picture 3" descr="A diagram of a network&#10;&#10;AI-generated content may be incorrect.">
            <a:extLst>
              <a:ext uri="{FF2B5EF4-FFF2-40B4-BE49-F238E27FC236}">
                <a16:creationId xmlns:a16="http://schemas.microsoft.com/office/drawing/2014/main" id="{33464AC6-A615-D27C-BC88-00B959A3A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0939" y="4384301"/>
            <a:ext cx="5397500" cy="4064000"/>
          </a:xfrm>
          <a:prstGeom prst="rect">
            <a:avLst/>
          </a:prstGeom>
        </p:spPr>
      </p:pic>
      <p:pic>
        <p:nvPicPr>
          <p:cNvPr id="6" name="Picture 5" descr="A diagram of a network&#10;&#10;AI-generated content may be incorrect.">
            <a:extLst>
              <a:ext uri="{FF2B5EF4-FFF2-40B4-BE49-F238E27FC236}">
                <a16:creationId xmlns:a16="http://schemas.microsoft.com/office/drawing/2014/main" id="{5A87F4D7-11BE-80DB-B2B6-601DEC830F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46764" y="4384300"/>
            <a:ext cx="5397499" cy="4096897"/>
          </a:xfrm>
          <a:prstGeom prst="rect">
            <a:avLst/>
          </a:prstGeom>
        </p:spPr>
      </p:pic>
    </p:spTree>
    <p:extLst>
      <p:ext uri="{BB962C8B-B14F-4D97-AF65-F5344CB8AC3E}">
        <p14:creationId xmlns:p14="http://schemas.microsoft.com/office/powerpoint/2010/main" val="1969901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8941D-49A1-D16E-BF34-9E11AFB395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DCC97B0-97A1-BB5A-B8BD-923EACCE11BD}"/>
              </a:ext>
            </a:extLst>
          </p:cNvPr>
          <p:cNvSpPr>
            <a:spLocks noGrp="1"/>
          </p:cNvSpPr>
          <p:nvPr>
            <p:ph type="title"/>
          </p:nvPr>
        </p:nvSpPr>
        <p:spPr>
          <a:xfrm>
            <a:off x="1476079" y="1147820"/>
            <a:ext cx="11846413" cy="849927"/>
          </a:xfrm>
        </p:spPr>
        <p:txBody>
          <a:bodyPr anchor="t">
            <a:normAutofit/>
          </a:bodyPr>
          <a:lstStyle/>
          <a:p>
            <a:r>
              <a:rPr lang="en-US" dirty="0"/>
              <a:t>Basic Structure (Small Projects)</a:t>
            </a:r>
            <a:endParaRPr lang="en-US" sz="5400" dirty="0"/>
          </a:p>
        </p:txBody>
      </p:sp>
      <p:sp>
        <p:nvSpPr>
          <p:cNvPr id="12" name="Номер слайда 11">
            <a:extLst>
              <a:ext uri="{FF2B5EF4-FFF2-40B4-BE49-F238E27FC236}">
                <a16:creationId xmlns:a16="http://schemas.microsoft.com/office/drawing/2014/main" id="{D0221ECF-CE85-AB44-243C-97CC31D031B1}"/>
              </a:ext>
            </a:extLst>
          </p:cNvPr>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10</a:t>
            </a:fld>
            <a:endParaRPr lang="en-US"/>
          </a:p>
        </p:txBody>
      </p:sp>
      <p:graphicFrame>
        <p:nvGraphicFramePr>
          <p:cNvPr id="20" name="Content Placeholder 2">
            <a:extLst>
              <a:ext uri="{FF2B5EF4-FFF2-40B4-BE49-F238E27FC236}">
                <a16:creationId xmlns:a16="http://schemas.microsoft.com/office/drawing/2014/main" id="{599D9DC5-A3E5-C202-F242-885E84562A47}"/>
              </a:ext>
            </a:extLst>
          </p:cNvPr>
          <p:cNvGraphicFramePr>
            <a:graphicFrameLocks noGrp="1"/>
          </p:cNvGraphicFramePr>
          <p:nvPr>
            <p:ph idx="1"/>
            <p:extLst>
              <p:ext uri="{D42A27DB-BD31-4B8C-83A1-F6EECF244321}">
                <p14:modId xmlns:p14="http://schemas.microsoft.com/office/powerpoint/2010/main" val="3354132012"/>
              </p:ext>
            </p:extLst>
          </p:nvPr>
        </p:nvGraphicFramePr>
        <p:xfrm>
          <a:off x="1476079" y="3669474"/>
          <a:ext cx="15335092" cy="53620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A01C1094-6343-628D-CFAA-20EEDC368851}"/>
              </a:ext>
            </a:extLst>
          </p:cNvPr>
          <p:cNvSpPr txBox="1"/>
          <p:nvPr/>
        </p:nvSpPr>
        <p:spPr>
          <a:xfrm>
            <a:off x="1476079" y="2510445"/>
            <a:ext cx="15335092" cy="1107996"/>
          </a:xfrm>
          <a:prstGeom prst="rect">
            <a:avLst/>
          </a:prstGeom>
          <a:noFill/>
        </p:spPr>
        <p:txBody>
          <a:bodyPr wrap="square" rtlCol="0">
            <a:spAutoFit/>
          </a:bodyPr>
          <a:lstStyle/>
          <a:p>
            <a:r>
              <a:rPr lang="en-US" sz="2400" b="1" dirty="0"/>
              <a:t>For simple configurations</a:t>
            </a:r>
            <a:r>
              <a:rPr lang="en-US" sz="2400" dirty="0"/>
              <a:t>, all files reside in a single root module directory. This layout separates logic into functional files.</a:t>
            </a:r>
          </a:p>
          <a:p>
            <a:endParaRPr lang="en-UA" dirty="0"/>
          </a:p>
        </p:txBody>
      </p:sp>
    </p:spTree>
    <p:extLst>
      <p:ext uri="{BB962C8B-B14F-4D97-AF65-F5344CB8AC3E}">
        <p14:creationId xmlns:p14="http://schemas.microsoft.com/office/powerpoint/2010/main" val="1021852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F3406-6BF9-7C51-1EE9-042E60FFDE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2FEB1E5-A41A-3566-B2CD-A3549C41F9F3}"/>
              </a:ext>
            </a:extLst>
          </p:cNvPr>
          <p:cNvSpPr>
            <a:spLocks noGrp="1"/>
          </p:cNvSpPr>
          <p:nvPr>
            <p:ph type="title"/>
          </p:nvPr>
        </p:nvSpPr>
        <p:spPr>
          <a:xfrm>
            <a:off x="1476079" y="1147820"/>
            <a:ext cx="12544721" cy="849927"/>
          </a:xfrm>
        </p:spPr>
        <p:txBody>
          <a:bodyPr/>
          <a:lstStyle/>
          <a:p>
            <a:r>
              <a:rPr lang="en-US" dirty="0"/>
              <a:t>Environment - Based Structure</a:t>
            </a:r>
          </a:p>
        </p:txBody>
      </p:sp>
      <p:sp>
        <p:nvSpPr>
          <p:cNvPr id="12" name="Номер слайда 11">
            <a:extLst>
              <a:ext uri="{FF2B5EF4-FFF2-40B4-BE49-F238E27FC236}">
                <a16:creationId xmlns:a16="http://schemas.microsoft.com/office/drawing/2014/main" id="{5B4B0A20-49C1-753B-C747-358AFEBFFCCD}"/>
              </a:ext>
            </a:extLst>
          </p:cNvPr>
          <p:cNvSpPr>
            <a:spLocks noGrp="1"/>
          </p:cNvSpPr>
          <p:nvPr>
            <p:ph type="sldNum" sz="quarter" idx="12"/>
          </p:nvPr>
        </p:nvSpPr>
        <p:spPr/>
        <p:txBody>
          <a:bodyPr/>
          <a:lstStyle/>
          <a:p>
            <a:fld id="{EE45D548-129C-44F5-8FDE-DB3ED73B1F87}" type="slidenum">
              <a:rPr lang="en-US" smtClean="0"/>
              <a:pPr/>
              <a:t>11</a:t>
            </a:fld>
            <a:endParaRPr lang="en-US" dirty="0"/>
          </a:p>
        </p:txBody>
      </p:sp>
      <p:sp>
        <p:nvSpPr>
          <p:cNvPr id="18" name="Content Placeholder 2">
            <a:extLst>
              <a:ext uri="{FF2B5EF4-FFF2-40B4-BE49-F238E27FC236}">
                <a16:creationId xmlns:a16="http://schemas.microsoft.com/office/drawing/2014/main" id="{37DE1592-2D71-6A15-95F9-AEE59D9A4A99}"/>
              </a:ext>
            </a:extLst>
          </p:cNvPr>
          <p:cNvSpPr>
            <a:spLocks noGrp="1"/>
          </p:cNvSpPr>
          <p:nvPr>
            <p:ph idx="1"/>
          </p:nvPr>
        </p:nvSpPr>
        <p:spPr>
          <a:xfrm>
            <a:off x="1476079" y="2617918"/>
            <a:ext cx="15335092" cy="6413648"/>
          </a:xfrm>
        </p:spPr>
        <p:txBody>
          <a:bodyPr/>
          <a:lstStyle/>
          <a:p>
            <a:pPr marL="342900" indent="-342900">
              <a:buFont typeface="Arial" panose="020B0604020202020204" pitchFamily="34" charset="0"/>
              <a:buChar char="•"/>
            </a:pPr>
            <a:r>
              <a:rPr lang="en-US" dirty="0"/>
              <a:t>To manage </a:t>
            </a:r>
            <a:r>
              <a:rPr lang="en-US" b="1" dirty="0"/>
              <a:t>multiple environments (Dev, Test, Prod)</a:t>
            </a:r>
            <a:r>
              <a:rPr lang="en-US" dirty="0"/>
              <a:t> and minimize the blast radius of changes, use separate directories for each.</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200" dirty="0"/>
              <a:t>project-root/</a:t>
            </a:r>
          </a:p>
          <a:p>
            <a:pPr marL="342900" indent="-342900">
              <a:buFont typeface="Arial" panose="020B0604020202020204" pitchFamily="34" charset="0"/>
              <a:buChar char="•"/>
            </a:pPr>
            <a:r>
              <a:rPr lang="en-US" sz="1200" dirty="0"/>
              <a:t>├ modules/             	# Reusable, versioned infrastructure components</a:t>
            </a:r>
          </a:p>
          <a:p>
            <a:pPr marL="342900" indent="-342900">
              <a:buFont typeface="Arial" panose="020B0604020202020204" pitchFamily="34" charset="0"/>
              <a:buChar char="•"/>
            </a:pPr>
            <a:r>
              <a:rPr lang="en-US" sz="1200" dirty="0"/>
              <a:t>│   ├ network /             	# e.g., Networking module</a:t>
            </a:r>
          </a:p>
          <a:p>
            <a:pPr marL="342900" indent="-342900">
              <a:buFont typeface="Arial" panose="020B0604020202020204" pitchFamily="34" charset="0"/>
              <a:buChar char="•"/>
            </a:pPr>
            <a:r>
              <a:rPr lang="en-US" sz="1200" dirty="0"/>
              <a:t>│   └ virtual-machine /    	# e.g., Compute module</a:t>
            </a:r>
          </a:p>
          <a:p>
            <a:pPr marL="342900" indent="-342900">
              <a:buFont typeface="Arial" panose="020B0604020202020204" pitchFamily="34" charset="0"/>
              <a:buChar char="•"/>
            </a:pPr>
            <a:r>
              <a:rPr lang="en-US" sz="1200" dirty="0"/>
              <a:t>├ environments/        	# Environment-specific configurations</a:t>
            </a:r>
          </a:p>
          <a:p>
            <a:pPr marL="342900" indent="-342900">
              <a:buFont typeface="Arial" panose="020B0604020202020204" pitchFamily="34" charset="0"/>
              <a:buChar char="•"/>
            </a:pPr>
            <a:r>
              <a:rPr lang="en-US" sz="1200" dirty="0"/>
              <a:t>│   ├ dev/             	# Development environment</a:t>
            </a:r>
          </a:p>
          <a:p>
            <a:pPr marL="342900" indent="-342900">
              <a:buFont typeface="Arial" panose="020B0604020202020204" pitchFamily="34" charset="0"/>
              <a:buChar char="•"/>
            </a:pPr>
            <a:r>
              <a:rPr lang="en-US" sz="1200" dirty="0"/>
              <a:t>│   │   ├ </a:t>
            </a:r>
            <a:r>
              <a:rPr lang="en-US" sz="1200" dirty="0" err="1"/>
              <a:t>main.tf</a:t>
            </a:r>
            <a:r>
              <a:rPr lang="en-US" sz="1200" dirty="0"/>
              <a:t>      	# Calls modules with dev parameters</a:t>
            </a:r>
          </a:p>
          <a:p>
            <a:pPr marL="342900" indent="-342900">
              <a:buFont typeface="Arial" panose="020B0604020202020204" pitchFamily="34" charset="0"/>
              <a:buChar char="•"/>
            </a:pPr>
            <a:r>
              <a:rPr lang="en-US" sz="1200" dirty="0"/>
              <a:t>│   │   ├ </a:t>
            </a:r>
            <a:r>
              <a:rPr lang="en-US" sz="1200" dirty="0" err="1"/>
              <a:t>outputs.tf</a:t>
            </a:r>
            <a:endParaRPr lang="en-US" sz="1200" dirty="0"/>
          </a:p>
          <a:p>
            <a:pPr marL="342900" indent="-342900">
              <a:buFont typeface="Arial" panose="020B0604020202020204" pitchFamily="34" charset="0"/>
              <a:buChar char="•"/>
            </a:pPr>
            <a:r>
              <a:rPr lang="en-US" sz="1200" dirty="0"/>
              <a:t>│   │   ├ </a:t>
            </a:r>
            <a:r>
              <a:rPr lang="en-US" sz="1200" dirty="0" err="1"/>
              <a:t>variables.tf</a:t>
            </a:r>
            <a:r>
              <a:rPr lang="en-US" sz="1200" dirty="0"/>
              <a:t>	# Unique state file for Dev</a:t>
            </a:r>
          </a:p>
          <a:p>
            <a:pPr marL="342900" indent="-342900">
              <a:buFont typeface="Arial" panose="020B0604020202020204" pitchFamily="34" charset="0"/>
              <a:buChar char="•"/>
            </a:pPr>
            <a:r>
              <a:rPr lang="en-US" sz="1200" dirty="0"/>
              <a:t>│   │   └ </a:t>
            </a:r>
            <a:r>
              <a:rPr lang="en-US" sz="1200" dirty="0" err="1"/>
              <a:t>providers.tf</a:t>
            </a:r>
            <a:r>
              <a:rPr lang="en-US" sz="1200" dirty="0"/>
              <a:t>   	# Unique state file for Dev</a:t>
            </a:r>
          </a:p>
          <a:p>
            <a:pPr marL="342900" indent="-342900">
              <a:buFont typeface="Arial" panose="020B0604020202020204" pitchFamily="34" charset="0"/>
              <a:buChar char="•"/>
            </a:pPr>
            <a:r>
              <a:rPr lang="en-US" sz="1200" dirty="0"/>
              <a:t>│   └ prod/            	# Production environment</a:t>
            </a:r>
          </a:p>
          <a:p>
            <a:pPr marL="342900" indent="-342900">
              <a:buFont typeface="Arial" panose="020B0604020202020204" pitchFamily="34" charset="0"/>
              <a:buChar char="•"/>
            </a:pPr>
            <a:r>
              <a:rPr lang="en-US" sz="1200" dirty="0"/>
              <a:t>│   │   ├ </a:t>
            </a:r>
            <a:r>
              <a:rPr lang="en-US" sz="1200" dirty="0" err="1"/>
              <a:t>main.tf</a:t>
            </a:r>
            <a:r>
              <a:rPr lang="en-US" sz="1200" dirty="0"/>
              <a:t>      	# Calls modules with prod parameters</a:t>
            </a:r>
          </a:p>
          <a:p>
            <a:pPr marL="342900" indent="-342900">
              <a:buFont typeface="Arial" panose="020B0604020202020204" pitchFamily="34" charset="0"/>
              <a:buChar char="•"/>
            </a:pPr>
            <a:r>
              <a:rPr lang="en-US" sz="1200" dirty="0"/>
              <a:t>│   │   ├ </a:t>
            </a:r>
            <a:r>
              <a:rPr lang="en-US" sz="1200" dirty="0" err="1"/>
              <a:t>outputs.tf</a:t>
            </a:r>
            <a:endParaRPr lang="en-US" sz="1200" dirty="0"/>
          </a:p>
          <a:p>
            <a:pPr marL="342900" indent="-342900">
              <a:buFont typeface="Arial" panose="020B0604020202020204" pitchFamily="34" charset="0"/>
              <a:buChar char="•"/>
            </a:pPr>
            <a:r>
              <a:rPr lang="en-US" sz="1200" dirty="0"/>
              <a:t>│   │   ├ </a:t>
            </a:r>
            <a:r>
              <a:rPr lang="en-US" sz="1200" dirty="0" err="1"/>
              <a:t>variables.tf</a:t>
            </a:r>
            <a:r>
              <a:rPr lang="en-US" sz="1200" dirty="0"/>
              <a:t>	# Unique state file for Prod</a:t>
            </a:r>
          </a:p>
          <a:p>
            <a:pPr marL="342900" indent="-342900">
              <a:buFont typeface="Arial" panose="020B0604020202020204" pitchFamily="34" charset="0"/>
              <a:buChar char="•"/>
            </a:pPr>
            <a:r>
              <a:rPr lang="en-US" sz="1200" dirty="0"/>
              <a:t>│   │   └ </a:t>
            </a:r>
            <a:r>
              <a:rPr lang="en-US" sz="1200" dirty="0" err="1"/>
              <a:t>providers.tf</a:t>
            </a:r>
            <a:r>
              <a:rPr lang="en-US" sz="1200" dirty="0"/>
              <a:t>   	# Unique state file for Prod</a:t>
            </a:r>
          </a:p>
          <a:p>
            <a:pPr marL="342900" indent="-342900">
              <a:buFont typeface="Arial" panose="020B0604020202020204" pitchFamily="34" charset="0"/>
              <a:buChar char="•"/>
            </a:pPr>
            <a:r>
              <a:rPr lang="en-US" sz="1200" dirty="0"/>
              <a:t>└ global/              	# Shared resources (e.g., Azure Blob Storage, IAM roles, S3 for state)</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4857526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504C9-834E-4F3C-0534-7A2A025D0A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AEFD96-0329-2CA6-5E7B-0E90C97510EB}"/>
              </a:ext>
            </a:extLst>
          </p:cNvPr>
          <p:cNvSpPr>
            <a:spLocks noGrp="1"/>
          </p:cNvSpPr>
          <p:nvPr>
            <p:ph type="title"/>
          </p:nvPr>
        </p:nvSpPr>
        <p:spPr>
          <a:xfrm>
            <a:off x="1476079" y="1147820"/>
            <a:ext cx="11846413" cy="849927"/>
          </a:xfrm>
        </p:spPr>
        <p:txBody>
          <a:bodyPr anchor="t">
            <a:normAutofit/>
          </a:bodyPr>
          <a:lstStyle/>
          <a:p>
            <a:r>
              <a:rPr lang="en-US" sz="5400" dirty="0"/>
              <a:t>Standard Module Structure </a:t>
            </a:r>
          </a:p>
        </p:txBody>
      </p:sp>
      <p:sp>
        <p:nvSpPr>
          <p:cNvPr id="12" name="Номер слайда 11">
            <a:extLst>
              <a:ext uri="{FF2B5EF4-FFF2-40B4-BE49-F238E27FC236}">
                <a16:creationId xmlns:a16="http://schemas.microsoft.com/office/drawing/2014/main" id="{62F54DD4-B466-D3FA-E00B-216B6DDF386A}"/>
              </a:ext>
            </a:extLst>
          </p:cNvPr>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12</a:t>
            </a:fld>
            <a:endParaRPr lang="en-US"/>
          </a:p>
        </p:txBody>
      </p:sp>
      <p:graphicFrame>
        <p:nvGraphicFramePr>
          <p:cNvPr id="20" name="Content Placeholder 2">
            <a:extLst>
              <a:ext uri="{FF2B5EF4-FFF2-40B4-BE49-F238E27FC236}">
                <a16:creationId xmlns:a16="http://schemas.microsoft.com/office/drawing/2014/main" id="{9C2EEADC-6A3B-E8D1-AD10-D98213A7C4F5}"/>
              </a:ext>
            </a:extLst>
          </p:cNvPr>
          <p:cNvGraphicFramePr>
            <a:graphicFrameLocks noGrp="1"/>
          </p:cNvGraphicFramePr>
          <p:nvPr>
            <p:ph idx="1"/>
            <p:extLst>
              <p:ext uri="{D42A27DB-BD31-4B8C-83A1-F6EECF244321}">
                <p14:modId xmlns:p14="http://schemas.microsoft.com/office/powerpoint/2010/main" val="27678113"/>
              </p:ext>
            </p:extLst>
          </p:nvPr>
        </p:nvGraphicFramePr>
        <p:xfrm>
          <a:off x="1476079" y="2617918"/>
          <a:ext cx="15335092" cy="6413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60112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A65E1-0783-2F93-3847-D515F66BBDB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FF252C-AE6E-0C7E-8479-ACB5F59519B8}"/>
              </a:ext>
            </a:extLst>
          </p:cNvPr>
          <p:cNvSpPr>
            <a:spLocks noGrp="1"/>
          </p:cNvSpPr>
          <p:nvPr>
            <p:ph type="title"/>
          </p:nvPr>
        </p:nvSpPr>
        <p:spPr>
          <a:xfrm>
            <a:off x="1476079" y="1147820"/>
            <a:ext cx="11846413" cy="849927"/>
          </a:xfrm>
        </p:spPr>
        <p:txBody>
          <a:bodyPr anchor="t">
            <a:normAutofit/>
          </a:bodyPr>
          <a:lstStyle/>
          <a:p>
            <a:r>
              <a:rPr lang="en-US" dirty="0"/>
              <a:t>Important Operational Files</a:t>
            </a:r>
            <a:endParaRPr lang="en-US" sz="5400" dirty="0"/>
          </a:p>
        </p:txBody>
      </p:sp>
      <p:sp>
        <p:nvSpPr>
          <p:cNvPr id="12" name="Номер слайда 11">
            <a:extLst>
              <a:ext uri="{FF2B5EF4-FFF2-40B4-BE49-F238E27FC236}">
                <a16:creationId xmlns:a16="http://schemas.microsoft.com/office/drawing/2014/main" id="{E8B023EF-8D96-3322-B092-938DE562E299}"/>
              </a:ext>
            </a:extLst>
          </p:cNvPr>
          <p:cNvSpPr>
            <a:spLocks noGrp="1"/>
          </p:cNvSpPr>
          <p:nvPr>
            <p:ph type="sldNum" sz="quarter" idx="12"/>
          </p:nvPr>
        </p:nvSpPr>
        <p:spPr>
          <a:xfrm>
            <a:off x="15497553" y="9031567"/>
            <a:ext cx="1313618" cy="576681"/>
          </a:xfrm>
        </p:spPr>
        <p:txBody>
          <a:bodyPr anchor="b">
            <a:normAutofit/>
          </a:bodyPr>
          <a:lstStyle/>
          <a:p>
            <a:pPr>
              <a:spcAft>
                <a:spcPts val="600"/>
              </a:spcAft>
            </a:pPr>
            <a:fld id="{EE45D548-129C-44F5-8FDE-DB3ED73B1F87}" type="slidenum">
              <a:rPr lang="en-US" smtClean="0"/>
              <a:pPr>
                <a:spcAft>
                  <a:spcPts val="600"/>
                </a:spcAft>
              </a:pPr>
              <a:t>13</a:t>
            </a:fld>
            <a:endParaRPr lang="en-US"/>
          </a:p>
        </p:txBody>
      </p:sp>
      <p:graphicFrame>
        <p:nvGraphicFramePr>
          <p:cNvPr id="20" name="Content Placeholder 2">
            <a:extLst>
              <a:ext uri="{FF2B5EF4-FFF2-40B4-BE49-F238E27FC236}">
                <a16:creationId xmlns:a16="http://schemas.microsoft.com/office/drawing/2014/main" id="{D5DFD8DE-CF91-D2ED-4D42-55C1F224917A}"/>
              </a:ext>
            </a:extLst>
          </p:cNvPr>
          <p:cNvGraphicFramePr>
            <a:graphicFrameLocks noGrp="1"/>
          </p:cNvGraphicFramePr>
          <p:nvPr>
            <p:ph idx="1"/>
            <p:extLst>
              <p:ext uri="{D42A27DB-BD31-4B8C-83A1-F6EECF244321}">
                <p14:modId xmlns:p14="http://schemas.microsoft.com/office/powerpoint/2010/main" val="3923349101"/>
              </p:ext>
            </p:extLst>
          </p:nvPr>
        </p:nvGraphicFramePr>
        <p:xfrm>
          <a:off x="1476079" y="2617918"/>
          <a:ext cx="15335092" cy="64136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6084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1">
            <a:extLst>
              <a:ext uri="{FF2B5EF4-FFF2-40B4-BE49-F238E27FC236}">
                <a16:creationId xmlns:a16="http://schemas.microsoft.com/office/drawing/2014/main" id="{53ADC1F9-4AE3-F941-ADC8-F344621831C5}"/>
              </a:ext>
            </a:extLst>
          </p:cNvPr>
          <p:cNvSpPr>
            <a:spLocks noGrp="1"/>
          </p:cNvSpPr>
          <p:nvPr>
            <p:ph type="title"/>
          </p:nvPr>
        </p:nvSpPr>
        <p:spPr/>
        <p:txBody>
          <a:bodyPr/>
          <a:lstStyle/>
          <a:p>
            <a:r>
              <a:rPr lang="en-US" dirty="0"/>
              <a:t>Thank You!</a:t>
            </a:r>
            <a:br>
              <a:rPr lang="en-US" dirty="0"/>
            </a:br>
            <a:r>
              <a:rPr lang="en-US" dirty="0"/>
              <a:t>Q&amp;A</a:t>
            </a:r>
            <a:br>
              <a:rPr lang="en-US" dirty="0"/>
            </a:br>
            <a:br>
              <a:rPr lang="en-US" dirty="0"/>
            </a:br>
            <a:r>
              <a:rPr lang="en-US" dirty="0" err="1"/>
              <a:t>andrii.sadovskyi@gmail.com</a:t>
            </a:r>
            <a:br>
              <a:rPr lang="en-US" dirty="0"/>
            </a:br>
            <a:endParaRPr lang="ru-RU" dirty="0"/>
          </a:p>
        </p:txBody>
      </p:sp>
    </p:spTree>
    <p:extLst>
      <p:ext uri="{BB962C8B-B14F-4D97-AF65-F5344CB8AC3E}">
        <p14:creationId xmlns:p14="http://schemas.microsoft.com/office/powerpoint/2010/main" val="1547072908"/>
      </p:ext>
    </p:extLst>
  </p:cSld>
  <p:clrMapOvr>
    <a:masterClrMapping/>
  </p:clrMapOvr>
</p:sld>
</file>

<file path=ppt/theme/theme1.xml><?xml version="1.0" encoding="utf-8"?>
<a:theme xmlns:a="http://schemas.openxmlformats.org/drawingml/2006/main" name="DA_Corporate_Template_Unsafe_02-AUG-17_24_6">
  <a:themeElements>
    <a:clrScheme name="DataArt Primary Colors">
      <a:dk1>
        <a:srgbClr val="333332"/>
      </a:dk1>
      <a:lt1>
        <a:srgbClr val="FFFFFF"/>
      </a:lt1>
      <a:dk2>
        <a:srgbClr val="333332"/>
      </a:dk2>
      <a:lt2>
        <a:srgbClr val="FFFFFF"/>
      </a:lt2>
      <a:accent1>
        <a:srgbClr val="4EC1E2"/>
      </a:accent1>
      <a:accent2>
        <a:srgbClr val="04A87D"/>
      </a:accent2>
      <a:accent3>
        <a:srgbClr val="D8422D"/>
      </a:accent3>
      <a:accent4>
        <a:srgbClr val="725198"/>
      </a:accent4>
      <a:accent5>
        <a:srgbClr val="F39200"/>
      </a:accent5>
      <a:accent6>
        <a:srgbClr val="F6DD00"/>
      </a:accent6>
      <a:hlink>
        <a:srgbClr val="1E3867"/>
      </a:hlink>
      <a:folHlink>
        <a:srgbClr val="725198"/>
      </a:folHlink>
    </a:clrScheme>
    <a:fontScheme name="DataArt Corporate">
      <a:majorFont>
        <a:latin typeface="DA_FuturaPT Light"/>
        <a:ea typeface=""/>
        <a:cs typeface=""/>
      </a:majorFont>
      <a:minorFont>
        <a:latin typeface="Open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_Corporate_Template_Unsafe_02-AUG-17.potx" id="{490EFD07-DEB2-476F-806F-F99A815A41BA}" vid="{81D8E1FC-C462-4C5F-A219-20BEAFA5B74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4f1242b-5a42-4c30-bdcc-48e883a2b4f2"/>
    <Office_x0020_Location_x0020__x0028_Mutiple_x0029_ xmlns="b4f1242b-5a42-4c30-bdcc-48e883a2b4f2"/>
    <TagsTaxHTField0 xmlns="977dc6d5-9653-4d51-8e02-f77546a274d6">
      <Terms xmlns="http://schemas.microsoft.com/office/infopath/2007/PartnerControls"/>
    </TagsTaxHTField0>
    <Notes0 xmlns="977dc6d5-9653-4d51-8e02-f77546a274d6" xsi:nil="true"/>
    <CategoryTaxHTField0 xmlns="977dc6d5-9653-4d51-8e02-f77546a274d6">
      <Terms xmlns="http://schemas.microsoft.com/office/infopath/2007/PartnerControls"/>
    </CategoryTaxHTField0>
    <IconOverlay xmlns="http://schemas.microsoft.com/sharepoint/v4" xsi:nil="true"/>
    <Language xmlns="a469df5b-4b06-4fa6-8c6c-5b377da7fb94"/>
    <_dlc_DocId xmlns="b4f1242b-5a42-4c30-bdcc-48e883a2b4f2">QYDRV3Q6FSU5-859126139-131</_dlc_DocId>
    <_dlc_DocIdUrl xmlns="b4f1242b-5a42-4c30-bdcc-48e883a2b4f2">
      <Url>https://internal.dataart.com/sites/hrm/_layouts/15/DocIdRedir.aspx?ID=QYDRV3Q6FSU5-859126139-131</Url>
      <Description>QYDRV3Q6FSU5-859126139-131</Description>
    </_dlc_DocIdUrl>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F265385BCB7CBC41ABE446246A438D92" ma:contentTypeVersion="14" ma:contentTypeDescription="Create a new document." ma:contentTypeScope="" ma:versionID="fc276a93ce8f8fd6b689972d03b9c829">
  <xsd:schema xmlns:xsd="http://www.w3.org/2001/XMLSchema" xmlns:xs="http://www.w3.org/2001/XMLSchema" xmlns:p="http://schemas.microsoft.com/office/2006/metadata/properties" xmlns:ns2="b4f1242b-5a42-4c30-bdcc-48e883a2b4f2" xmlns:ns3="977dc6d5-9653-4d51-8e02-f77546a274d6" xmlns:ns4="a469df5b-4b06-4fa6-8c6c-5b377da7fb94" xmlns:ns5="http://schemas.microsoft.com/sharepoint/v4" targetNamespace="http://schemas.microsoft.com/office/2006/metadata/properties" ma:root="true" ma:fieldsID="944c509e43985ae563e87a304d2d8d89" ns2:_="" ns3:_="" ns4:_="" ns5:_="">
    <xsd:import namespace="b4f1242b-5a42-4c30-bdcc-48e883a2b4f2"/>
    <xsd:import namespace="977dc6d5-9653-4d51-8e02-f77546a274d6"/>
    <xsd:import namespace="a469df5b-4b06-4fa6-8c6c-5b377da7fb9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3:CategoryTaxHTField0" minOccurs="0"/>
                <xsd:element ref="ns2:TaxCatchAll" minOccurs="0"/>
                <xsd:element ref="ns3:TagsTaxHTField0" minOccurs="0"/>
                <xsd:element ref="ns2:Office_x0020_Location_x0020__x0028_Mutiple_x0029_" minOccurs="0"/>
                <xsd:element ref="ns3:Notes0" minOccurs="0"/>
                <xsd:element ref="ns4:Language"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f1242b-5a42-4c30-bdcc-48e883a2b4f2"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3" nillable="true" ma:displayName="Taxonomy Catch All Column" ma:description="" ma:hidden="true" ma:list="{b9d92aa3-f798-4ae1-b07e-0720d4193a8a}" ma:internalName="TaxCatchAll" ma:showField="CatchAllData" ma:web="74eca57b-d804-4710-a591-841490b3303e">
      <xsd:complexType>
        <xsd:complexContent>
          <xsd:extension base="dms:MultiChoiceLookup">
            <xsd:sequence>
              <xsd:element name="Value" type="dms:Lookup" maxOccurs="unbounded" minOccurs="0" nillable="true"/>
            </xsd:sequence>
          </xsd:extension>
        </xsd:complexContent>
      </xsd:complexType>
    </xsd:element>
    <xsd:element name="Office_x0020_Location_x0020__x0028_Mutiple_x0029_" ma:index="16" nillable="true" ma:displayName="Location" ma:internalName="Office_x0020_Location_x0020__x0028_Mutiple_x0029_">
      <xsd:complexType>
        <xsd:complexContent>
          <xsd:extension base="dms:MultiChoice">
            <xsd:sequence>
              <xsd:element name="Value" maxOccurs="unbounded" minOccurs="0" nillable="true">
                <xsd:simpleType>
                  <xsd:restriction base="dms:Choice">
                    <xsd:enumeration value="Buenos Aires"/>
                    <xsd:enumeration value="Dnepropetrovsk"/>
                    <xsd:enumeration value="Kharkov"/>
                    <xsd:enumeration value="Kherson"/>
                    <xsd:enumeration value="Kyiv"/>
                    <xsd:enumeration value="London"/>
                    <xsd:enumeration value="Lublin"/>
                    <xsd:enumeration value="Lviv"/>
                    <xsd:enumeration value="Munich"/>
                    <xsd:enumeration value="NY"/>
                    <xsd:enumeration value="Odessa"/>
                    <xsd:enumeration value="Riga"/>
                    <xsd:enumeration value="Sofia"/>
                    <xsd:enumeration value="St. Petersburg"/>
                    <xsd:enumeration value="Voronezh"/>
                    <xsd:enumeration value="Wroclaw"/>
                    <xsd:enumeration value="Zurich"/>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77dc6d5-9653-4d51-8e02-f77546a274d6" elementFormDefault="qualified">
    <xsd:import namespace="http://schemas.microsoft.com/office/2006/documentManagement/types"/>
    <xsd:import namespace="http://schemas.microsoft.com/office/infopath/2007/PartnerControls"/>
    <xsd:element name="CategoryTaxHTField0" ma:index="12" nillable="true" ma:taxonomy="true" ma:internalName="CategoryTaxHTField0" ma:taxonomyFieldName="Category" ma:displayName="Category" ma:default="" ma:fieldId="{f88bcc70-bdc8-4a87-9093-3255df0e66e2}" ma:taxonomyMulti="true" ma:sspId="ce6ef1d3-f64f-45ae-a172-333ebcbcaffe" ma:termSetId="fd1e558c-ef0a-4cb6-a42c-a6c4829dc917" ma:anchorId="00000000-0000-0000-0000-000000000000" ma:open="false" ma:isKeyword="false">
      <xsd:complexType>
        <xsd:sequence>
          <xsd:element ref="pc:Terms" minOccurs="0" maxOccurs="1"/>
        </xsd:sequence>
      </xsd:complexType>
    </xsd:element>
    <xsd:element name="TagsTaxHTField0" ma:index="15" nillable="true" ma:taxonomy="true" ma:internalName="TagsTaxHTField0" ma:taxonomyFieldName="Tags" ma:displayName="Tags" ma:default="" ma:fieldId="{6929fc02-63ba-4f38-8134-fa0c2e7bed79}" ma:taxonomyMulti="true" ma:sspId="ce6ef1d3-f64f-45ae-a172-333ebcbcaffe" ma:termSetId="91034e45-11e0-41cc-8ca6-f07e846b0ba8" ma:anchorId="00000000-0000-0000-0000-000000000000" ma:open="true" ma:isKeyword="false">
      <xsd:complexType>
        <xsd:sequence>
          <xsd:element ref="pc:Terms" minOccurs="0" maxOccurs="1"/>
        </xsd:sequence>
      </xsd:complexType>
    </xsd:element>
    <xsd:element name="Notes0" ma:index="17" nillable="true" ma:displayName="Notes" ma:internalName="Notes0">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69df5b-4b06-4fa6-8c6c-5b377da7fb94" elementFormDefault="qualified">
    <xsd:import namespace="http://schemas.microsoft.com/office/2006/documentManagement/types"/>
    <xsd:import namespace="http://schemas.microsoft.com/office/infopath/2007/PartnerControls"/>
    <xsd:element name="Language" ma:index="18" nillable="true" ma:displayName="Language" ma:internalName="Language">
      <xsd:complexType>
        <xsd:complexContent>
          <xsd:extension base="dms:MultiChoice">
            <xsd:sequence>
              <xsd:element name="Value" maxOccurs="unbounded" minOccurs="0" nillable="true">
                <xsd:simpleType>
                  <xsd:restriction base="dms:Choice">
                    <xsd:enumeration value="Bulgarian"/>
                    <xsd:enumeration value="English"/>
                    <xsd:enumeration value="Latvian"/>
                    <xsd:enumeration value="Polish"/>
                    <xsd:enumeration value="Russian"/>
                    <xsd:enumeration value="Spanish"/>
                    <xsd:enumeration value="Ukrainian"/>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9"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EBC6C7-294A-446B-A21B-1846B1FED27D}">
  <ds:schemaRefs>
    <ds:schemaRef ds:uri="http://schemas.microsoft.com/sharepoint/v3/contenttype/forms"/>
  </ds:schemaRefs>
</ds:datastoreItem>
</file>

<file path=customXml/itemProps2.xml><?xml version="1.0" encoding="utf-8"?>
<ds:datastoreItem xmlns:ds="http://schemas.openxmlformats.org/officeDocument/2006/customXml" ds:itemID="{FE98D5A0-B3B8-43C3-970F-77ECDB2F318B}">
  <ds:schemaRefs>
    <ds:schemaRef ds:uri="http://purl.org/dc/elements/1.1/"/>
    <ds:schemaRef ds:uri="http://schemas.microsoft.com/office/2006/metadata/properties"/>
    <ds:schemaRef ds:uri="http://schemas.microsoft.com/sharepoint/v4"/>
    <ds:schemaRef ds:uri="http://purl.org/dc/terms/"/>
    <ds:schemaRef ds:uri="http://schemas.microsoft.com/office/2006/documentManagement/types"/>
    <ds:schemaRef ds:uri="977dc6d5-9653-4d51-8e02-f77546a274d6"/>
    <ds:schemaRef ds:uri="http://purl.org/dc/dcmitype/"/>
    <ds:schemaRef ds:uri="b4f1242b-5a42-4c30-bdcc-48e883a2b4f2"/>
    <ds:schemaRef ds:uri="http://schemas.microsoft.com/office/infopath/2007/PartnerControls"/>
    <ds:schemaRef ds:uri="http://schemas.openxmlformats.org/package/2006/metadata/core-properties"/>
    <ds:schemaRef ds:uri="a469df5b-4b06-4fa6-8c6c-5b377da7fb94"/>
    <ds:schemaRef ds:uri="http://www.w3.org/XML/1998/namespace"/>
  </ds:schemaRefs>
</ds:datastoreItem>
</file>

<file path=customXml/itemProps3.xml><?xml version="1.0" encoding="utf-8"?>
<ds:datastoreItem xmlns:ds="http://schemas.openxmlformats.org/officeDocument/2006/customXml" ds:itemID="{61F77160-7A45-4253-938C-8B0462FE7AA8}">
  <ds:schemaRefs>
    <ds:schemaRef ds:uri="http://schemas.microsoft.com/sharepoint/events"/>
  </ds:schemaRefs>
</ds:datastoreItem>
</file>

<file path=customXml/itemProps4.xml><?xml version="1.0" encoding="utf-8"?>
<ds:datastoreItem xmlns:ds="http://schemas.openxmlformats.org/officeDocument/2006/customXml" ds:itemID="{EDC52BF3-2489-4D66-A5B4-F6E5D4E29A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f1242b-5a42-4c30-bdcc-48e883a2b4f2"/>
    <ds:schemaRef ds:uri="977dc6d5-9653-4d51-8e02-f77546a274d6"/>
    <ds:schemaRef ds:uri="a469df5b-4b06-4fa6-8c6c-5b377da7fb9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DA_Corporate_Template_Unsafe_02-AUG-17_24_6</Template>
  <TotalTime>53085</TotalTime>
  <Words>1051</Words>
  <Application>Microsoft Macintosh PowerPoint</Application>
  <PresentationFormat>Custom</PresentationFormat>
  <Paragraphs>99</Paragraphs>
  <Slides>14</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Aktiv Grotesk</vt:lpstr>
      <vt:lpstr>Arial</vt:lpstr>
      <vt:lpstr>BlexMono Nerd Font Mono</vt:lpstr>
      <vt:lpstr>Calibri</vt:lpstr>
      <vt:lpstr>DA_FuturaPT Light</vt:lpstr>
      <vt:lpstr>Futura PT</vt:lpstr>
      <vt:lpstr>Open Sans</vt:lpstr>
      <vt:lpstr>Open Sans Light</vt:lpstr>
      <vt:lpstr>DA_Corporate_Template_Unsafe_02-AUG-17_24_6</vt:lpstr>
      <vt:lpstr>PowerPoint Presentation</vt:lpstr>
      <vt:lpstr>What is Infrastructure as Code?</vt:lpstr>
      <vt:lpstr>Key Aspects of IaC</vt:lpstr>
      <vt:lpstr>Primary Benefits </vt:lpstr>
      <vt:lpstr>Common IaC Tools </vt:lpstr>
      <vt:lpstr>What is Terraform?</vt:lpstr>
      <vt:lpstr>Key features of Terraform</vt:lpstr>
      <vt:lpstr>How it Works</vt:lpstr>
      <vt:lpstr>Terraform directory layout</vt:lpstr>
      <vt:lpstr>Basic Structure (Small Projects)</vt:lpstr>
      <vt:lpstr>Environment - Based Structure</vt:lpstr>
      <vt:lpstr>Standard Module Structure </vt:lpstr>
      <vt:lpstr>Important Operational Files</vt:lpstr>
      <vt:lpstr>Thank You! Q&amp;A  andrii.sadovskyi@gmail.com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Andrey Sadovskiy</cp:lastModifiedBy>
  <cp:revision>925</cp:revision>
  <cp:lastPrinted>2018-08-10T15:51:08Z</cp:lastPrinted>
  <dcterms:created xsi:type="dcterms:W3CDTF">2018-08-09T08:02:15Z</dcterms:created>
  <dcterms:modified xsi:type="dcterms:W3CDTF">2026-04-20T10:52:17Z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0x010100F265385BCB7CBC41ABE446246A438D92</vt:lpwstr>
  </property>
  <property fmtid="{D5CDD505-2E9C-101B-9397-08002B2CF9AE}" pid="3" name="_dlc_DocIdItemGuid">
    <vt:lpwstr>8f7e9969-481f-4671-8921-ae266d38d4e2</vt:lpwstr>
  </property>
</Properties>
</file>